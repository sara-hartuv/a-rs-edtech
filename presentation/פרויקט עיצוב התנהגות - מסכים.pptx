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5005" autoAdjust="0"/>
    <p:restoredTop sz="94660"/>
  </p:normalViewPr>
  <p:slideViewPr>
    <p:cSldViewPr snapToGrid="0">
      <p:cViewPr varScale="1">
        <p:scale>
          <a:sx n="81" d="100"/>
          <a:sy n="81" d="100"/>
        </p:scale>
        <p:origin x="7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5D8E0BD-A847-7EB5-DAA4-FF872FEBA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91BC4D91-EB36-671E-ACD4-6970DEE1CA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D7BE0300-A580-EEF6-997C-C6954B478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CD2AE-C8D6-4C5C-8058-C519C73E84B5}" type="datetimeFigureOut">
              <a:rPr lang="he-IL" smtClean="0"/>
              <a:t>י"ז/חשון/תשפ"ו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C0A3E036-0F8A-EA1C-AAF9-478918D4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9183B487-126B-5517-1B6C-33DE38473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5E505-55DB-4E91-BC80-AB102BF08B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53630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E2A3905-F9AB-14C1-FADC-5B5EFDB24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62603BBF-CC43-E316-9619-67EEEE4243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AEBC6130-9271-1D59-DA8A-CD6803F76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CD2AE-C8D6-4C5C-8058-C519C73E84B5}" type="datetimeFigureOut">
              <a:rPr lang="he-IL" smtClean="0"/>
              <a:t>י"ז/חשון/תשפ"ו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89971D3B-9E11-AF6E-8497-5A7B71B44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B2835D0C-BAC6-D3D5-D8F3-ACAFD3CF5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5E505-55DB-4E91-BC80-AB102BF08B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272802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A213834-AE62-1CEC-CD97-F68AC8892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11422A66-6651-A974-78B7-0C4F2809B4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AE7791FD-049C-3F2A-7640-6FDBD73DB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CD2AE-C8D6-4C5C-8058-C519C73E84B5}" type="datetimeFigureOut">
              <a:rPr lang="he-IL" smtClean="0"/>
              <a:t>י"ז/חשון/תשפ"ו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57D70E8B-D123-5916-1597-E2923CB09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333D2419-0573-15CF-F6BC-4CB6B6CDE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5E505-55DB-4E91-BC80-AB102BF08B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241489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CC55B64-E07F-EAA9-FD03-B9302488B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1F2BA3CD-86BF-A644-604A-03657F9ABB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C1F10E59-531E-BAB2-C910-96E9A4CDD0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AD061B78-7EFA-D9FA-AAD1-31934FD61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CD2AE-C8D6-4C5C-8058-C519C73E84B5}" type="datetimeFigureOut">
              <a:rPr lang="he-IL" smtClean="0"/>
              <a:t>י"ז/חשון/תשפ"ו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6BA2978D-40A6-51DB-5946-238420DCE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99132180-5A03-8B2B-FF70-52E7B7A79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5E505-55DB-4E91-BC80-AB102BF08B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63006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14CD5944-EF2C-27D8-FEA4-227E5DD5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E8F14D4F-590F-F510-00CE-FD708159BF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EEEFBBEE-6484-4167-2637-83F637FF18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5D1F0CDD-013F-A161-BA9D-48497585EF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203391BE-DB1A-917A-84C6-3016FFFB50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C97839F5-F326-D0A8-D62C-DB1467DFA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CD2AE-C8D6-4C5C-8058-C519C73E84B5}" type="datetimeFigureOut">
              <a:rPr lang="he-IL" smtClean="0"/>
              <a:t>י"ז/חשון/תשפ"ו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B7FA1252-532D-36B4-E7B1-9BCA6DAFD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61CC51B1-54A8-7F1F-B08B-7146BEC68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5E505-55DB-4E91-BC80-AB102BF08B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32371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28803C19-16CF-C3F7-1B37-DA17F1372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B603C544-BAE1-4A50-DDB6-E94B29548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CD2AE-C8D6-4C5C-8058-C519C73E84B5}" type="datetimeFigureOut">
              <a:rPr lang="he-IL" smtClean="0"/>
              <a:t>י"ז/חשון/תשפ"ו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F0BDDA58-4567-779B-F5BD-E322C52C5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938D425B-B706-4631-9441-8FC6CAFC9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5E505-55DB-4E91-BC80-AB102BF08B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033586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5C7233A0-74DA-4926-B45B-9B5617300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CD2AE-C8D6-4C5C-8058-C519C73E84B5}" type="datetimeFigureOut">
              <a:rPr lang="he-IL" smtClean="0"/>
              <a:t>י"ז/חשון/תשפ"ו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371E63B8-D6B1-FC3B-FB6F-7F6E8780B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C9985D2F-E24E-87B8-FDD3-CD38D1ABA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5E505-55DB-4E91-BC80-AB102BF08B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73935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C74648B-B3CC-9713-95A5-DCB45D297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4F869415-0B88-9523-2DF3-FFD5629501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98FE8C65-74EC-08CE-0FD6-05A02FE64B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E062DBA9-70BF-8B44-F055-45E1D4A61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CD2AE-C8D6-4C5C-8058-C519C73E84B5}" type="datetimeFigureOut">
              <a:rPr lang="he-IL" smtClean="0"/>
              <a:t>י"ז/חשון/תשפ"ו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B54C6FE8-E717-90E8-86E3-2296AE7CB7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F3801885-EECB-1B33-9D1F-FA85D87C9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5E505-55DB-4E91-BC80-AB102BF08B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3154218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79838EF8-92C3-B3A3-5AB4-CF9161450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CB0E3047-9160-FA7F-EC73-9C40757FFC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6B868D99-54D0-1585-B48E-C898EDC315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EC807ED3-582A-DB9D-7460-885143663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CD2AE-C8D6-4C5C-8058-C519C73E84B5}" type="datetimeFigureOut">
              <a:rPr lang="he-IL" smtClean="0"/>
              <a:t>י"ז/חשון/תשפ"ו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33080344-C0FF-7551-CC61-827600B19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575A7FF0-19AB-416A-C5AC-FC353792E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5E505-55DB-4E91-BC80-AB102BF08B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726519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CD1EB8FD-420F-0F74-78EB-E4F763564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975599AF-7367-E7BA-08BA-89A2AA324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D86C3B6D-11D2-57FD-6DE1-747EC4D3E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CD2AE-C8D6-4C5C-8058-C519C73E84B5}" type="datetimeFigureOut">
              <a:rPr lang="he-IL" smtClean="0"/>
              <a:t>י"ז/חשון/תשפ"ו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47FB66AD-D7CE-5737-482F-929B622472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D34D14F7-AAAA-194F-4D64-9C5F3CC1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5E505-55DB-4E91-BC80-AB102BF08B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95441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2B388FF7-5A37-DA18-CB4E-134B049BF6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9D3A25DF-C419-9BC9-48E1-A73FB461C1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6B41CB0A-52B4-6935-52C5-B12CD0084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FCD2AE-C8D6-4C5C-8058-C519C73E84B5}" type="datetimeFigureOut">
              <a:rPr lang="he-IL" smtClean="0"/>
              <a:t>י"ז/חשון/תשפ"ו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1556F857-4F09-0B54-9970-38DF14BAD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D8DBFC10-85A6-AB1D-1B00-4118971DA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5E505-55DB-4E91-BC80-AB102BF08B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487491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B2A93D3D-9C9E-3B70-D5DF-D09559D2E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76C3F8EC-28EA-300B-EA15-310B96C124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8142A622-0B8C-608D-04A4-7F2E2EB6DB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FCD2AE-C8D6-4C5C-8058-C519C73E84B5}" type="datetimeFigureOut">
              <a:rPr lang="he-IL" smtClean="0"/>
              <a:t>י"ז/חשון/תשפ"ו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D7A81E05-05E3-67C6-68FF-2BD68A58F3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537B3B53-7AAF-2707-9D3F-5BCE475EF8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05E505-55DB-4E91-BC80-AB102BF08BCF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53424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621E57C-A7FF-DC5A-4C70-7594CF2A3F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e-IL" dirty="0"/>
              <a:t>פרויקט עיצוב התנהגות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21CD2B3E-2FD9-C12E-2AE3-CC1714DA0B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e-IL" dirty="0"/>
              <a:t>מסכי הפרויקט</a:t>
            </a:r>
          </a:p>
        </p:txBody>
      </p:sp>
      <p:pic>
        <p:nvPicPr>
          <p:cNvPr id="5" name="תמונה 4">
            <a:extLst>
              <a:ext uri="{FF2B5EF4-FFF2-40B4-BE49-F238E27FC236}">
                <a16:creationId xmlns:a16="http://schemas.microsoft.com/office/drawing/2014/main" id="{A678065F-8BF2-0A23-0BFD-734472C671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873558"/>
            <a:ext cx="3656804" cy="3899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7032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9925EA1-B7A3-9A97-8627-5C0A8DE3F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dirty="0"/>
              <a:t>התחברות למערכת 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5097C44F-2CEF-7F5D-B4F8-C3AF35689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e-IL" dirty="0"/>
              <a:t>ההתחברות מתבצעת ע"י מורה עם קוד משתמש וסיסמא</a:t>
            </a:r>
          </a:p>
          <a:p>
            <a:endParaRPr lang="he-IL" dirty="0"/>
          </a:p>
          <a:p>
            <a:pPr marL="0" indent="0">
              <a:buNone/>
            </a:pPr>
            <a:endParaRPr lang="he-IL" dirty="0"/>
          </a:p>
        </p:txBody>
      </p:sp>
      <p:grpSp>
        <p:nvGrpSpPr>
          <p:cNvPr id="20" name="קבוצה 19">
            <a:extLst>
              <a:ext uri="{FF2B5EF4-FFF2-40B4-BE49-F238E27FC236}">
                <a16:creationId xmlns:a16="http://schemas.microsoft.com/office/drawing/2014/main" id="{87BB2792-BA62-2827-EF50-B79EAE79D380}"/>
              </a:ext>
            </a:extLst>
          </p:cNvPr>
          <p:cNvGrpSpPr/>
          <p:nvPr/>
        </p:nvGrpSpPr>
        <p:grpSpPr>
          <a:xfrm>
            <a:off x="176855" y="2280262"/>
            <a:ext cx="4601817" cy="4472608"/>
            <a:chOff x="3796748" y="1808922"/>
            <a:chExt cx="4601817" cy="4472608"/>
          </a:xfrm>
        </p:grpSpPr>
        <p:sp>
          <p:nvSpPr>
            <p:cNvPr id="8" name="מלבן: פינות מעוגלות 7">
              <a:extLst>
                <a:ext uri="{FF2B5EF4-FFF2-40B4-BE49-F238E27FC236}">
                  <a16:creationId xmlns:a16="http://schemas.microsoft.com/office/drawing/2014/main" id="{4D95DD5A-0607-FA87-381D-90D2BB1FA669}"/>
                </a:ext>
              </a:extLst>
            </p:cNvPr>
            <p:cNvSpPr/>
            <p:nvPr/>
          </p:nvSpPr>
          <p:spPr>
            <a:xfrm>
              <a:off x="3796748" y="1808922"/>
              <a:ext cx="4601817" cy="4472608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he-IL"/>
            </a:p>
          </p:txBody>
        </p:sp>
        <p:sp>
          <p:nvSpPr>
            <p:cNvPr id="9" name="מלבן: פינות מעוגלות 8">
              <a:extLst>
                <a:ext uri="{FF2B5EF4-FFF2-40B4-BE49-F238E27FC236}">
                  <a16:creationId xmlns:a16="http://schemas.microsoft.com/office/drawing/2014/main" id="{59DD3E84-3FFA-925B-766F-4DAD3E91C4C2}"/>
                </a:ext>
              </a:extLst>
            </p:cNvPr>
            <p:cNvSpPr/>
            <p:nvPr/>
          </p:nvSpPr>
          <p:spPr>
            <a:xfrm>
              <a:off x="4480891" y="4095991"/>
              <a:ext cx="3230217" cy="46713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he-IL"/>
            </a:p>
          </p:txBody>
        </p:sp>
        <p:sp>
          <p:nvSpPr>
            <p:cNvPr id="10" name="מלבן: פינות מעוגלות 9">
              <a:extLst>
                <a:ext uri="{FF2B5EF4-FFF2-40B4-BE49-F238E27FC236}">
                  <a16:creationId xmlns:a16="http://schemas.microsoft.com/office/drawing/2014/main" id="{41A52A45-0279-0FC8-B08A-6B1D8B58548F}"/>
                </a:ext>
              </a:extLst>
            </p:cNvPr>
            <p:cNvSpPr/>
            <p:nvPr/>
          </p:nvSpPr>
          <p:spPr>
            <a:xfrm>
              <a:off x="4482548" y="2961861"/>
              <a:ext cx="3230217" cy="46713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he-IL"/>
            </a:p>
          </p:txBody>
        </p:sp>
        <p:sp>
          <p:nvSpPr>
            <p:cNvPr id="11" name="מלבן 10">
              <a:extLst>
                <a:ext uri="{FF2B5EF4-FFF2-40B4-BE49-F238E27FC236}">
                  <a16:creationId xmlns:a16="http://schemas.microsoft.com/office/drawing/2014/main" id="{92156144-E2BE-38F9-8FD6-D94C73C0001B}"/>
                </a:ext>
              </a:extLst>
            </p:cNvPr>
            <p:cNvSpPr/>
            <p:nvPr/>
          </p:nvSpPr>
          <p:spPr>
            <a:xfrm>
              <a:off x="4372743" y="2432727"/>
              <a:ext cx="1704314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Id number : </a:t>
              </a:r>
              <a:endParaRPr lang="he-IL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2" name="מלבן 11">
              <a:extLst>
                <a:ext uri="{FF2B5EF4-FFF2-40B4-BE49-F238E27FC236}">
                  <a16:creationId xmlns:a16="http://schemas.microsoft.com/office/drawing/2014/main" id="{84DE8F65-E156-9C6F-E81E-81D1638A964A}"/>
                </a:ext>
              </a:extLst>
            </p:cNvPr>
            <p:cNvSpPr/>
            <p:nvPr/>
          </p:nvSpPr>
          <p:spPr>
            <a:xfrm>
              <a:off x="4424039" y="3594569"/>
              <a:ext cx="1601721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Password : </a:t>
              </a:r>
              <a:endParaRPr lang="he-IL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3" name="מלבן 12">
              <a:extLst>
                <a:ext uri="{FF2B5EF4-FFF2-40B4-BE49-F238E27FC236}">
                  <a16:creationId xmlns:a16="http://schemas.microsoft.com/office/drawing/2014/main" id="{287B42DB-E7CA-7E3E-083E-5DDDF9B55C34}"/>
                </a:ext>
              </a:extLst>
            </p:cNvPr>
            <p:cNvSpPr/>
            <p:nvPr/>
          </p:nvSpPr>
          <p:spPr>
            <a:xfrm>
              <a:off x="5096865" y="3020693"/>
              <a:ext cx="1215396" cy="36933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b="0" cap="none" spc="0" dirty="0">
                  <a:ln w="0">
                    <a:solidFill>
                      <a:schemeClr val="bg1">
                        <a:lumMod val="50000"/>
                      </a:schemeClr>
                    </a:solidFill>
                  </a:ln>
                  <a:solidFill>
                    <a:schemeClr val="bg1">
                      <a:lumMod val="50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Id number </a:t>
              </a:r>
              <a:endParaRPr lang="he-IL" b="0" cap="none" spc="0" dirty="0">
                <a:ln w="0">
                  <a:solidFill>
                    <a:schemeClr val="bg1">
                      <a:lumMod val="5000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4" name="מלבן 13">
              <a:extLst>
                <a:ext uri="{FF2B5EF4-FFF2-40B4-BE49-F238E27FC236}">
                  <a16:creationId xmlns:a16="http://schemas.microsoft.com/office/drawing/2014/main" id="{4E4123DE-2C9C-C05C-C7A1-8FB7B30E12DC}"/>
                </a:ext>
              </a:extLst>
            </p:cNvPr>
            <p:cNvSpPr/>
            <p:nvPr/>
          </p:nvSpPr>
          <p:spPr>
            <a:xfrm>
              <a:off x="5096865" y="4081477"/>
              <a:ext cx="115127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dirty="0">
                  <a:ln w="0">
                    <a:solidFill>
                      <a:schemeClr val="bg1">
                        <a:lumMod val="50000"/>
                      </a:schemeClr>
                    </a:solidFill>
                  </a:ln>
                  <a:solidFill>
                    <a:schemeClr val="bg1">
                      <a:lumMod val="50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Password</a:t>
              </a:r>
              <a:r>
                <a:rPr lang="en-US" sz="24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</a:t>
              </a:r>
              <a:endParaRPr lang="he-IL" sz="2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pic>
          <p:nvPicPr>
            <p:cNvPr id="15" name="גרפיקה 14" descr="נעל">
              <a:extLst>
                <a:ext uri="{FF2B5EF4-FFF2-40B4-BE49-F238E27FC236}">
                  <a16:creationId xmlns:a16="http://schemas.microsoft.com/office/drawing/2014/main" id="{271FA38C-3092-F4E1-9777-F5823CD3344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61397" y="4129177"/>
              <a:ext cx="417345" cy="417345"/>
            </a:xfrm>
            <a:prstGeom prst="rect">
              <a:avLst/>
            </a:prstGeom>
          </p:spPr>
        </p:pic>
        <p:pic>
          <p:nvPicPr>
            <p:cNvPr id="16" name="גרפיקה 15" descr="משתמש">
              <a:extLst>
                <a:ext uri="{FF2B5EF4-FFF2-40B4-BE49-F238E27FC236}">
                  <a16:creationId xmlns:a16="http://schemas.microsoft.com/office/drawing/2014/main" id="{D37AE115-FD33-FF86-FD71-73944EE841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568328" y="2989557"/>
              <a:ext cx="450435" cy="450435"/>
            </a:xfrm>
            <a:prstGeom prst="rect">
              <a:avLst/>
            </a:prstGeom>
          </p:spPr>
        </p:pic>
        <p:sp>
          <p:nvSpPr>
            <p:cNvPr id="17" name="מלבן 16">
              <a:extLst>
                <a:ext uri="{FF2B5EF4-FFF2-40B4-BE49-F238E27FC236}">
                  <a16:creationId xmlns:a16="http://schemas.microsoft.com/office/drawing/2014/main" id="{F58667DD-2279-0F29-C564-55EDE01D4F44}"/>
                </a:ext>
              </a:extLst>
            </p:cNvPr>
            <p:cNvSpPr/>
            <p:nvPr/>
          </p:nvSpPr>
          <p:spPr>
            <a:xfrm>
              <a:off x="4702534" y="4857874"/>
              <a:ext cx="1542410" cy="30777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dirty="0">
                  <a:ln w="0"/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Remember me</a:t>
              </a:r>
              <a:r>
                <a:rPr lang="en-US" sz="14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</a:t>
              </a:r>
              <a:endParaRPr lang="he-IL" sz="14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8" name="מלבן 17">
              <a:extLst>
                <a:ext uri="{FF2B5EF4-FFF2-40B4-BE49-F238E27FC236}">
                  <a16:creationId xmlns:a16="http://schemas.microsoft.com/office/drawing/2014/main" id="{35B3B3F0-E750-9F0D-3B7E-832BB624CAC8}"/>
                </a:ext>
              </a:extLst>
            </p:cNvPr>
            <p:cNvSpPr/>
            <p:nvPr/>
          </p:nvSpPr>
          <p:spPr>
            <a:xfrm>
              <a:off x="6351190" y="4857874"/>
              <a:ext cx="1773242" cy="30777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400" dirty="0">
                  <a:ln w="0">
                    <a:solidFill>
                      <a:srgbClr val="0070C0"/>
                    </a:solidFill>
                  </a:ln>
                  <a:solidFill>
                    <a:srgbClr val="0070C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Forgot password?</a:t>
              </a:r>
              <a:r>
                <a:rPr lang="en-US" sz="1400" b="0" cap="none" spc="0" dirty="0">
                  <a:ln w="0">
                    <a:solidFill>
                      <a:srgbClr val="0070C0"/>
                    </a:solidFill>
                  </a:ln>
                  <a:solidFill>
                    <a:srgbClr val="0070C0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 </a:t>
              </a:r>
              <a:endParaRPr lang="he-IL" sz="1400" b="0" cap="none" spc="0" dirty="0">
                <a:ln w="0">
                  <a:solidFill>
                    <a:srgbClr val="0070C0"/>
                  </a:solidFill>
                </a:ln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9" name="מלבן 18">
              <a:extLst>
                <a:ext uri="{FF2B5EF4-FFF2-40B4-BE49-F238E27FC236}">
                  <a16:creationId xmlns:a16="http://schemas.microsoft.com/office/drawing/2014/main" id="{0BE9E992-E17E-D2CB-E708-20630EF387E9}"/>
                </a:ext>
              </a:extLst>
            </p:cNvPr>
            <p:cNvSpPr/>
            <p:nvPr/>
          </p:nvSpPr>
          <p:spPr>
            <a:xfrm>
              <a:off x="4568328" y="4949688"/>
              <a:ext cx="134206" cy="129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he-IL"/>
            </a:p>
          </p:txBody>
        </p:sp>
      </p:grpSp>
    </p:spTree>
    <p:extLst>
      <p:ext uri="{BB962C8B-B14F-4D97-AF65-F5344CB8AC3E}">
        <p14:creationId xmlns:p14="http://schemas.microsoft.com/office/powerpoint/2010/main" val="1239361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DFEBFD5E-D34E-4140-55D6-C0398AD81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3BEC4C64-A6E0-BCEB-46B2-CE05A2A5A3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59599735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28</Words>
  <Application>Microsoft Office PowerPoint</Application>
  <PresentationFormat>מסך רחב</PresentationFormat>
  <Paragraphs>10</Paragraphs>
  <Slides>3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ערכת נושא Office</vt:lpstr>
      <vt:lpstr>פרויקט עיצוב התנהגות</vt:lpstr>
      <vt:lpstr>התחברות למערכת 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1</cp:revision>
  <dcterms:created xsi:type="dcterms:W3CDTF">2025-11-08T23:10:09Z</dcterms:created>
  <dcterms:modified xsi:type="dcterms:W3CDTF">2025-11-08T23:11:21Z</dcterms:modified>
</cp:coreProperties>
</file>