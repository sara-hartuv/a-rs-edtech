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6" r:id="rId11"/>
    <p:sldId id="265" r:id="rId12"/>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5005" autoAdjust="0"/>
    <p:restoredTop sz="94660"/>
  </p:normalViewPr>
  <p:slideViewPr>
    <p:cSldViewPr snapToGrid="0">
      <p:cViewPr varScale="1">
        <p:scale>
          <a:sx n="81" d="100"/>
          <a:sy n="81" d="100"/>
        </p:scale>
        <p:origin x="754"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5D8E0BD-A847-7EB5-DAA4-FF872FEBA536}"/>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91BC4D91-EB36-671E-ACD4-6970DEE1CA8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D7BE0300-A580-EEF6-997C-C6954B4787D9}"/>
              </a:ext>
            </a:extLst>
          </p:cNvPr>
          <p:cNvSpPr>
            <a:spLocks noGrp="1"/>
          </p:cNvSpPr>
          <p:nvPr>
            <p:ph type="dt" sz="half" idx="10"/>
          </p:nvPr>
        </p:nvSpPr>
        <p:spPr/>
        <p:txBody>
          <a:bodyPr/>
          <a:lstStyle/>
          <a:p>
            <a:fld id="{1FFCD2AE-C8D6-4C5C-8058-C519C73E84B5}" type="datetimeFigureOut">
              <a:rPr lang="he-IL" smtClean="0"/>
              <a:t>כ"ט/כסלו/תשפ"ו</a:t>
            </a:fld>
            <a:endParaRPr lang="he-IL"/>
          </a:p>
        </p:txBody>
      </p:sp>
      <p:sp>
        <p:nvSpPr>
          <p:cNvPr id="5" name="מציין מיקום של כותרת תחתונה 4">
            <a:extLst>
              <a:ext uri="{FF2B5EF4-FFF2-40B4-BE49-F238E27FC236}">
                <a16:creationId xmlns:a16="http://schemas.microsoft.com/office/drawing/2014/main" id="{C0A3E036-0F8A-EA1C-AAF9-478918D4F0DC}"/>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9183B487-126B-5517-1B6C-33DE38473F1D}"/>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12536303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E2A3905-F9AB-14C1-FADC-5B5EFDB248F5}"/>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62603BBF-CC43-E316-9619-67EEEE4243E3}"/>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EBC6130-9271-1D59-DA8A-CD6803F76512}"/>
              </a:ext>
            </a:extLst>
          </p:cNvPr>
          <p:cNvSpPr>
            <a:spLocks noGrp="1"/>
          </p:cNvSpPr>
          <p:nvPr>
            <p:ph type="dt" sz="half" idx="10"/>
          </p:nvPr>
        </p:nvSpPr>
        <p:spPr/>
        <p:txBody>
          <a:bodyPr/>
          <a:lstStyle/>
          <a:p>
            <a:fld id="{1FFCD2AE-C8D6-4C5C-8058-C519C73E84B5}" type="datetimeFigureOut">
              <a:rPr lang="he-IL" smtClean="0"/>
              <a:t>כ"ט/כסלו/תשפ"ו</a:t>
            </a:fld>
            <a:endParaRPr lang="he-IL"/>
          </a:p>
        </p:txBody>
      </p:sp>
      <p:sp>
        <p:nvSpPr>
          <p:cNvPr id="5" name="מציין מיקום של כותרת תחתונה 4">
            <a:extLst>
              <a:ext uri="{FF2B5EF4-FFF2-40B4-BE49-F238E27FC236}">
                <a16:creationId xmlns:a16="http://schemas.microsoft.com/office/drawing/2014/main" id="{89971D3B-9E11-AF6E-8497-5A7B71B4449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B2835D0C-BAC6-D3D5-D8F3-ACAFD3CF550E}"/>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32728025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A213834-AE62-1CEC-CD97-F68AC8892032}"/>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11422A66-6651-A974-78B7-0C4F2809B45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AE7791FD-049C-3F2A-7640-6FDBD73DB727}"/>
              </a:ext>
            </a:extLst>
          </p:cNvPr>
          <p:cNvSpPr>
            <a:spLocks noGrp="1"/>
          </p:cNvSpPr>
          <p:nvPr>
            <p:ph type="dt" sz="half" idx="10"/>
          </p:nvPr>
        </p:nvSpPr>
        <p:spPr/>
        <p:txBody>
          <a:bodyPr/>
          <a:lstStyle/>
          <a:p>
            <a:fld id="{1FFCD2AE-C8D6-4C5C-8058-C519C73E84B5}" type="datetimeFigureOut">
              <a:rPr lang="he-IL" smtClean="0"/>
              <a:t>כ"ט/כסלו/תשפ"ו</a:t>
            </a:fld>
            <a:endParaRPr lang="he-IL"/>
          </a:p>
        </p:txBody>
      </p:sp>
      <p:sp>
        <p:nvSpPr>
          <p:cNvPr id="5" name="מציין מיקום של כותרת תחתונה 4">
            <a:extLst>
              <a:ext uri="{FF2B5EF4-FFF2-40B4-BE49-F238E27FC236}">
                <a16:creationId xmlns:a16="http://schemas.microsoft.com/office/drawing/2014/main" id="{57D70E8B-D123-5916-1597-E2923CB09ED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333D2419-0573-15CF-F6BC-4CB6B6CDE7A7}"/>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27241489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BCC55B64-E07F-EAA9-FD03-B9302488B6D5}"/>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1F2BA3CD-86BF-A644-604A-03657F9ABB3E}"/>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C1F10E59-531E-BAB2-C910-96E9A4CDD03B}"/>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AD061B78-7EFA-D9FA-AAD1-31934FD61FD0}"/>
              </a:ext>
            </a:extLst>
          </p:cNvPr>
          <p:cNvSpPr>
            <a:spLocks noGrp="1"/>
          </p:cNvSpPr>
          <p:nvPr>
            <p:ph type="dt" sz="half" idx="10"/>
          </p:nvPr>
        </p:nvSpPr>
        <p:spPr/>
        <p:txBody>
          <a:bodyPr/>
          <a:lstStyle/>
          <a:p>
            <a:fld id="{1FFCD2AE-C8D6-4C5C-8058-C519C73E84B5}" type="datetimeFigureOut">
              <a:rPr lang="he-IL" smtClean="0"/>
              <a:t>כ"ט/כסלו/תשפ"ו</a:t>
            </a:fld>
            <a:endParaRPr lang="he-IL"/>
          </a:p>
        </p:txBody>
      </p:sp>
      <p:sp>
        <p:nvSpPr>
          <p:cNvPr id="6" name="מציין מיקום של כותרת תחתונה 5">
            <a:extLst>
              <a:ext uri="{FF2B5EF4-FFF2-40B4-BE49-F238E27FC236}">
                <a16:creationId xmlns:a16="http://schemas.microsoft.com/office/drawing/2014/main" id="{6BA2978D-40A6-51DB-5946-238420DCEC05}"/>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99132180-5A03-8B2B-FF70-52E7B7A791B5}"/>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41630069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14CD5944-EF2C-27D8-FEA4-227E5DD517B7}"/>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E8F14D4F-590F-F510-00CE-FD708159BFA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EEEFBBEE-6484-4167-2637-83F637FF18ED}"/>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5D1F0CDD-013F-A161-BA9D-48497585EF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203391BE-DB1A-917A-84C6-3016FFFB50D7}"/>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C97839F5-F326-D0A8-D62C-DB1467DFA33F}"/>
              </a:ext>
            </a:extLst>
          </p:cNvPr>
          <p:cNvSpPr>
            <a:spLocks noGrp="1"/>
          </p:cNvSpPr>
          <p:nvPr>
            <p:ph type="dt" sz="half" idx="10"/>
          </p:nvPr>
        </p:nvSpPr>
        <p:spPr/>
        <p:txBody>
          <a:bodyPr/>
          <a:lstStyle/>
          <a:p>
            <a:fld id="{1FFCD2AE-C8D6-4C5C-8058-C519C73E84B5}" type="datetimeFigureOut">
              <a:rPr lang="he-IL" smtClean="0"/>
              <a:t>כ"ט/כסלו/תשפ"ו</a:t>
            </a:fld>
            <a:endParaRPr lang="he-IL"/>
          </a:p>
        </p:txBody>
      </p:sp>
      <p:sp>
        <p:nvSpPr>
          <p:cNvPr id="8" name="מציין מיקום של כותרת תחתונה 7">
            <a:extLst>
              <a:ext uri="{FF2B5EF4-FFF2-40B4-BE49-F238E27FC236}">
                <a16:creationId xmlns:a16="http://schemas.microsoft.com/office/drawing/2014/main" id="{B7FA1252-532D-36B4-E7B1-9BCA6DAFD68B}"/>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61CC51B1-54A8-7F1F-B08B-7146BEC68BC8}"/>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2332371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8803C19-16CF-C3F7-1B37-DA17F1372FA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B603C544-BAE1-4A50-DDB6-E94B29548050}"/>
              </a:ext>
            </a:extLst>
          </p:cNvPr>
          <p:cNvSpPr>
            <a:spLocks noGrp="1"/>
          </p:cNvSpPr>
          <p:nvPr>
            <p:ph type="dt" sz="half" idx="10"/>
          </p:nvPr>
        </p:nvSpPr>
        <p:spPr/>
        <p:txBody>
          <a:bodyPr/>
          <a:lstStyle/>
          <a:p>
            <a:fld id="{1FFCD2AE-C8D6-4C5C-8058-C519C73E84B5}" type="datetimeFigureOut">
              <a:rPr lang="he-IL" smtClean="0"/>
              <a:t>כ"ט/כסלו/תשפ"ו</a:t>
            </a:fld>
            <a:endParaRPr lang="he-IL"/>
          </a:p>
        </p:txBody>
      </p:sp>
      <p:sp>
        <p:nvSpPr>
          <p:cNvPr id="4" name="מציין מיקום של כותרת תחתונה 3">
            <a:extLst>
              <a:ext uri="{FF2B5EF4-FFF2-40B4-BE49-F238E27FC236}">
                <a16:creationId xmlns:a16="http://schemas.microsoft.com/office/drawing/2014/main" id="{F0BDDA58-4567-779B-F5BD-E322C52C594A}"/>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938D425B-B706-4631-9441-8FC6CAFC9DBB}"/>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4033586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5C7233A0-74DA-4926-B45B-9B561730000E}"/>
              </a:ext>
            </a:extLst>
          </p:cNvPr>
          <p:cNvSpPr>
            <a:spLocks noGrp="1"/>
          </p:cNvSpPr>
          <p:nvPr>
            <p:ph type="dt" sz="half" idx="10"/>
          </p:nvPr>
        </p:nvSpPr>
        <p:spPr/>
        <p:txBody>
          <a:bodyPr/>
          <a:lstStyle/>
          <a:p>
            <a:fld id="{1FFCD2AE-C8D6-4C5C-8058-C519C73E84B5}" type="datetimeFigureOut">
              <a:rPr lang="he-IL" smtClean="0"/>
              <a:t>כ"ט/כסלו/תשפ"ו</a:t>
            </a:fld>
            <a:endParaRPr lang="he-IL"/>
          </a:p>
        </p:txBody>
      </p:sp>
      <p:sp>
        <p:nvSpPr>
          <p:cNvPr id="3" name="מציין מיקום של כותרת תחתונה 2">
            <a:extLst>
              <a:ext uri="{FF2B5EF4-FFF2-40B4-BE49-F238E27FC236}">
                <a16:creationId xmlns:a16="http://schemas.microsoft.com/office/drawing/2014/main" id="{371E63B8-D6B1-FC3B-FB6F-7F6E8780B0F1}"/>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C9985D2F-E24E-87B8-FDD3-CD38D1ABAB69}"/>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22739356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C74648B-B3CC-9713-95A5-DCB45D297101}"/>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4F869415-0B88-9523-2DF3-FFD56295017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98FE8C65-74EC-08CE-0FD6-05A02FE64B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E062DBA9-70BF-8B44-F055-45E1D4A6179E}"/>
              </a:ext>
            </a:extLst>
          </p:cNvPr>
          <p:cNvSpPr>
            <a:spLocks noGrp="1"/>
          </p:cNvSpPr>
          <p:nvPr>
            <p:ph type="dt" sz="half" idx="10"/>
          </p:nvPr>
        </p:nvSpPr>
        <p:spPr/>
        <p:txBody>
          <a:bodyPr/>
          <a:lstStyle/>
          <a:p>
            <a:fld id="{1FFCD2AE-C8D6-4C5C-8058-C519C73E84B5}" type="datetimeFigureOut">
              <a:rPr lang="he-IL" smtClean="0"/>
              <a:t>כ"ט/כסלו/תשפ"ו</a:t>
            </a:fld>
            <a:endParaRPr lang="he-IL"/>
          </a:p>
        </p:txBody>
      </p:sp>
      <p:sp>
        <p:nvSpPr>
          <p:cNvPr id="6" name="מציין מיקום של כותרת תחתונה 5">
            <a:extLst>
              <a:ext uri="{FF2B5EF4-FFF2-40B4-BE49-F238E27FC236}">
                <a16:creationId xmlns:a16="http://schemas.microsoft.com/office/drawing/2014/main" id="{B54C6FE8-E717-90E8-86E3-2296AE7CB7E0}"/>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F3801885-EECB-1B33-9D1F-FA85D87C9C5F}"/>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33154218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9838EF8-92C3-B3A3-5AB4-CF91614502F9}"/>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CB0E3047-9160-FA7F-EC73-9C40757FFC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6B868D99-54D0-1585-B48E-C898EDC315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EC807ED3-582A-DB9D-7460-8851436632D8}"/>
              </a:ext>
            </a:extLst>
          </p:cNvPr>
          <p:cNvSpPr>
            <a:spLocks noGrp="1"/>
          </p:cNvSpPr>
          <p:nvPr>
            <p:ph type="dt" sz="half" idx="10"/>
          </p:nvPr>
        </p:nvSpPr>
        <p:spPr/>
        <p:txBody>
          <a:bodyPr/>
          <a:lstStyle/>
          <a:p>
            <a:fld id="{1FFCD2AE-C8D6-4C5C-8058-C519C73E84B5}" type="datetimeFigureOut">
              <a:rPr lang="he-IL" smtClean="0"/>
              <a:t>כ"ט/כסלו/תשפ"ו</a:t>
            </a:fld>
            <a:endParaRPr lang="he-IL"/>
          </a:p>
        </p:txBody>
      </p:sp>
      <p:sp>
        <p:nvSpPr>
          <p:cNvPr id="6" name="מציין מיקום של כותרת תחתונה 5">
            <a:extLst>
              <a:ext uri="{FF2B5EF4-FFF2-40B4-BE49-F238E27FC236}">
                <a16:creationId xmlns:a16="http://schemas.microsoft.com/office/drawing/2014/main" id="{33080344-C0FF-7551-CC61-827600B19373}"/>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575A7FF0-19AB-416A-C5AC-FC353792EAF2}"/>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17265198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D1EB8FD-420F-0F74-78EB-E4F763564698}"/>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975599AF-7367-E7BA-08BA-89A2AA324BE9}"/>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D86C3B6D-11D2-57FD-6DE1-747EC4D3E4E8}"/>
              </a:ext>
            </a:extLst>
          </p:cNvPr>
          <p:cNvSpPr>
            <a:spLocks noGrp="1"/>
          </p:cNvSpPr>
          <p:nvPr>
            <p:ph type="dt" sz="half" idx="10"/>
          </p:nvPr>
        </p:nvSpPr>
        <p:spPr/>
        <p:txBody>
          <a:bodyPr/>
          <a:lstStyle/>
          <a:p>
            <a:fld id="{1FFCD2AE-C8D6-4C5C-8058-C519C73E84B5}" type="datetimeFigureOut">
              <a:rPr lang="he-IL" smtClean="0"/>
              <a:t>כ"ט/כסלו/תשפ"ו</a:t>
            </a:fld>
            <a:endParaRPr lang="he-IL"/>
          </a:p>
        </p:txBody>
      </p:sp>
      <p:sp>
        <p:nvSpPr>
          <p:cNvPr id="5" name="מציין מיקום של כותרת תחתונה 4">
            <a:extLst>
              <a:ext uri="{FF2B5EF4-FFF2-40B4-BE49-F238E27FC236}">
                <a16:creationId xmlns:a16="http://schemas.microsoft.com/office/drawing/2014/main" id="{47FB66AD-D7CE-5737-482F-929B6224726F}"/>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D34D14F7-AAAA-194F-4D64-9C5F3CC12530}"/>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28954410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2B388FF7-5A37-DA18-CB4E-134B049BF624}"/>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9D3A25DF-C419-9BC9-48E1-A73FB461C140}"/>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6B41CB0A-52B4-6935-52C5-B12CD00846D8}"/>
              </a:ext>
            </a:extLst>
          </p:cNvPr>
          <p:cNvSpPr>
            <a:spLocks noGrp="1"/>
          </p:cNvSpPr>
          <p:nvPr>
            <p:ph type="dt" sz="half" idx="10"/>
          </p:nvPr>
        </p:nvSpPr>
        <p:spPr/>
        <p:txBody>
          <a:bodyPr/>
          <a:lstStyle/>
          <a:p>
            <a:fld id="{1FFCD2AE-C8D6-4C5C-8058-C519C73E84B5}" type="datetimeFigureOut">
              <a:rPr lang="he-IL" smtClean="0"/>
              <a:t>כ"ט/כסלו/תשפ"ו</a:t>
            </a:fld>
            <a:endParaRPr lang="he-IL"/>
          </a:p>
        </p:txBody>
      </p:sp>
      <p:sp>
        <p:nvSpPr>
          <p:cNvPr id="5" name="מציין מיקום של כותרת תחתונה 4">
            <a:extLst>
              <a:ext uri="{FF2B5EF4-FFF2-40B4-BE49-F238E27FC236}">
                <a16:creationId xmlns:a16="http://schemas.microsoft.com/office/drawing/2014/main" id="{1556F857-4F09-0B54-9970-38DF14BAD90E}"/>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D8DBFC10-85A6-AB1D-1B00-4118971DAFE6}"/>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15487491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B2A93D3D-9C9E-3B70-D5DF-D09559D2E592}"/>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76C3F8EC-28EA-300B-EA15-310B96C124DB}"/>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8142A622-0B8C-608D-04A4-7F2E2EB6DB09}"/>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75000"/>
                  </a:schemeClr>
                </a:solidFill>
              </a:defRPr>
            </a:lvl1pPr>
          </a:lstStyle>
          <a:p>
            <a:fld id="{1FFCD2AE-C8D6-4C5C-8058-C519C73E84B5}" type="datetimeFigureOut">
              <a:rPr lang="he-IL" smtClean="0"/>
              <a:t>כ"ט/כסלו/תשפ"ו</a:t>
            </a:fld>
            <a:endParaRPr lang="he-IL"/>
          </a:p>
        </p:txBody>
      </p:sp>
      <p:sp>
        <p:nvSpPr>
          <p:cNvPr id="5" name="מציין מיקום של כותרת תחתונה 4">
            <a:extLst>
              <a:ext uri="{FF2B5EF4-FFF2-40B4-BE49-F238E27FC236}">
                <a16:creationId xmlns:a16="http://schemas.microsoft.com/office/drawing/2014/main" id="{D7A81E05-05E3-67C6-68FF-2BD68A58F3B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75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537B3B53-7AAF-2707-9D3F-5BCE475EF8E2}"/>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75000"/>
                  </a:schemeClr>
                </a:solidFill>
              </a:defRPr>
            </a:lvl1pPr>
          </a:lstStyle>
          <a:p>
            <a:fld id="{1605E505-55DB-4E91-BC80-AB102BF08BCF}" type="slidenum">
              <a:rPr lang="he-IL" smtClean="0"/>
              <a:t>‹#›</a:t>
            </a:fld>
            <a:endParaRPr lang="he-IL"/>
          </a:p>
        </p:txBody>
      </p:sp>
    </p:spTree>
    <p:extLst>
      <p:ext uri="{BB962C8B-B14F-4D97-AF65-F5344CB8AC3E}">
        <p14:creationId xmlns:p14="http://schemas.microsoft.com/office/powerpoint/2010/main" val="8534244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sv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621E57C-A7FF-DC5A-4C70-7594CF2A3F1D}"/>
              </a:ext>
            </a:extLst>
          </p:cNvPr>
          <p:cNvSpPr>
            <a:spLocks noGrp="1"/>
          </p:cNvSpPr>
          <p:nvPr>
            <p:ph type="ctrTitle"/>
          </p:nvPr>
        </p:nvSpPr>
        <p:spPr/>
        <p:txBody>
          <a:bodyPr/>
          <a:lstStyle/>
          <a:p>
            <a:r>
              <a:rPr lang="he-IL" dirty="0"/>
              <a:t>פרויקט עיצוב התנהגות</a:t>
            </a:r>
          </a:p>
        </p:txBody>
      </p:sp>
      <p:sp>
        <p:nvSpPr>
          <p:cNvPr id="3" name="כותרת משנה 2">
            <a:extLst>
              <a:ext uri="{FF2B5EF4-FFF2-40B4-BE49-F238E27FC236}">
                <a16:creationId xmlns:a16="http://schemas.microsoft.com/office/drawing/2014/main" id="{21CD2B3E-2FD9-C12E-2AE3-CC1714DA0BE2}"/>
              </a:ext>
            </a:extLst>
          </p:cNvPr>
          <p:cNvSpPr>
            <a:spLocks noGrp="1"/>
          </p:cNvSpPr>
          <p:nvPr>
            <p:ph type="subTitle" idx="1"/>
          </p:nvPr>
        </p:nvSpPr>
        <p:spPr/>
        <p:txBody>
          <a:bodyPr/>
          <a:lstStyle/>
          <a:p>
            <a:r>
              <a:rPr lang="he-IL" dirty="0"/>
              <a:t>מסכי הפרויקט</a:t>
            </a:r>
          </a:p>
        </p:txBody>
      </p:sp>
      <p:pic>
        <p:nvPicPr>
          <p:cNvPr id="5" name="תמונה 4">
            <a:extLst>
              <a:ext uri="{FF2B5EF4-FFF2-40B4-BE49-F238E27FC236}">
                <a16:creationId xmlns:a16="http://schemas.microsoft.com/office/drawing/2014/main" id="{A678065F-8BF2-0A23-0BFD-734472C671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873558"/>
            <a:ext cx="3656804" cy="3899767"/>
          </a:xfrm>
          <a:prstGeom prst="rect">
            <a:avLst/>
          </a:prstGeom>
        </p:spPr>
      </p:pic>
      <p:sp>
        <p:nvSpPr>
          <p:cNvPr id="4" name="מלבן 3">
            <a:extLst>
              <a:ext uri="{FF2B5EF4-FFF2-40B4-BE49-F238E27FC236}">
                <a16:creationId xmlns:a16="http://schemas.microsoft.com/office/drawing/2014/main" id="{B7599ACF-1A24-59F0-FE20-01E1E555C682}"/>
              </a:ext>
            </a:extLst>
          </p:cNvPr>
          <p:cNvSpPr/>
          <p:nvPr/>
        </p:nvSpPr>
        <p:spPr>
          <a:xfrm>
            <a:off x="7393646" y="4475623"/>
            <a:ext cx="3946914" cy="1969770"/>
          </a:xfrm>
          <a:prstGeom prst="rect">
            <a:avLst/>
          </a:prstGeom>
          <a:noFill/>
        </p:spPr>
        <p:txBody>
          <a:bodyPr wrap="none" lIns="91440" tIns="45720" rIns="91440" bIns="45720">
            <a:spAutoFit/>
          </a:bodyPr>
          <a:lstStyle/>
          <a:p>
            <a:pPr algn="ctr"/>
            <a:r>
              <a:rPr lang="en-US" sz="5400" b="1" cap="none" spc="0" dirty="0">
                <a:ln w="0"/>
                <a:solidFill>
                  <a:schemeClr val="tx1"/>
                </a:solidFill>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Sara Hartuv</a:t>
            </a:r>
          </a:p>
          <a:p>
            <a:pPr algn="ctr"/>
            <a:r>
              <a:rPr lang="en-US" sz="2400" dirty="0">
                <a:ln w="0"/>
                <a:effectLst>
                  <a:outerShdw blurRad="38100" dist="19050" dir="2700000" algn="tl" rotWithShape="0">
                    <a:schemeClr val="dk1">
                      <a:alpha val="40000"/>
                    </a:schemeClr>
                  </a:outerShdw>
                </a:effectLst>
                <a:latin typeface="Bradley Hand ITC" panose="03070402050302030203" pitchFamily="66" charset="0"/>
              </a:rPr>
              <a:t>sarahartuv1@gmail.com</a:t>
            </a:r>
            <a:r>
              <a:rPr lang="en-US" sz="2400" b="1" cap="none" spc="0" dirty="0">
                <a:ln w="0"/>
                <a:solidFill>
                  <a:schemeClr val="tx1"/>
                </a:solidFill>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 </a:t>
            </a:r>
          </a:p>
          <a:p>
            <a:pPr algn="ctr"/>
            <a:r>
              <a:rPr lang="en-US" sz="4000" dirty="0">
                <a:ln w="0"/>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10/12/25</a:t>
            </a:r>
            <a:endParaRPr lang="he-IL" sz="4000" dirty="0">
              <a:ln w="0"/>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endParaRPr>
          </a:p>
        </p:txBody>
      </p:sp>
    </p:spTree>
    <p:extLst>
      <p:ext uri="{BB962C8B-B14F-4D97-AF65-F5344CB8AC3E}">
        <p14:creationId xmlns:p14="http://schemas.microsoft.com/office/powerpoint/2010/main" val="34007032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9925EA1-B7A3-9A97-8627-5C0A8DE3F3D2}"/>
              </a:ext>
            </a:extLst>
          </p:cNvPr>
          <p:cNvSpPr>
            <a:spLocks noGrp="1"/>
          </p:cNvSpPr>
          <p:nvPr>
            <p:ph type="title"/>
          </p:nvPr>
        </p:nvSpPr>
        <p:spPr/>
        <p:txBody>
          <a:bodyPr/>
          <a:lstStyle/>
          <a:p>
            <a:r>
              <a:rPr lang="he-IL" dirty="0"/>
              <a:t>התחברות למערכת </a:t>
            </a:r>
          </a:p>
        </p:txBody>
      </p:sp>
      <p:sp>
        <p:nvSpPr>
          <p:cNvPr id="6" name="מציין מיקום תוכן 5">
            <a:extLst>
              <a:ext uri="{FF2B5EF4-FFF2-40B4-BE49-F238E27FC236}">
                <a16:creationId xmlns:a16="http://schemas.microsoft.com/office/drawing/2014/main" id="{5097C44F-2CEF-7F5D-B4F8-C3AF35689D7F}"/>
              </a:ext>
            </a:extLst>
          </p:cNvPr>
          <p:cNvSpPr>
            <a:spLocks noGrp="1"/>
          </p:cNvSpPr>
          <p:nvPr>
            <p:ph idx="1"/>
          </p:nvPr>
        </p:nvSpPr>
        <p:spPr/>
        <p:txBody>
          <a:bodyPr/>
          <a:lstStyle/>
          <a:p>
            <a:r>
              <a:rPr lang="he-IL" dirty="0"/>
              <a:t>ההתחברות מתבצעת עם טלפון וסיסמא עבור כל בעלי התפקידים</a:t>
            </a:r>
          </a:p>
          <a:p>
            <a:r>
              <a:rPr lang="he-IL" dirty="0"/>
              <a:t>ניתוב לעמודים המתאימים לפי דרגת המשתמש </a:t>
            </a:r>
          </a:p>
          <a:p>
            <a:endParaRPr lang="he-IL" dirty="0"/>
          </a:p>
          <a:p>
            <a:endParaRPr lang="he-IL" dirty="0"/>
          </a:p>
          <a:p>
            <a:pPr marL="0" indent="0">
              <a:buNone/>
            </a:pPr>
            <a:endParaRPr lang="he-IL" dirty="0"/>
          </a:p>
        </p:txBody>
      </p:sp>
      <p:grpSp>
        <p:nvGrpSpPr>
          <p:cNvPr id="20" name="קבוצה 19">
            <a:extLst>
              <a:ext uri="{FF2B5EF4-FFF2-40B4-BE49-F238E27FC236}">
                <a16:creationId xmlns:a16="http://schemas.microsoft.com/office/drawing/2014/main" id="{87BB2792-BA62-2827-EF50-B79EAE79D380}"/>
              </a:ext>
            </a:extLst>
          </p:cNvPr>
          <p:cNvGrpSpPr/>
          <p:nvPr/>
        </p:nvGrpSpPr>
        <p:grpSpPr>
          <a:xfrm>
            <a:off x="176855" y="2280262"/>
            <a:ext cx="4601817" cy="4472608"/>
            <a:chOff x="3796748" y="1808922"/>
            <a:chExt cx="4601817" cy="4472608"/>
          </a:xfrm>
        </p:grpSpPr>
        <p:sp>
          <p:nvSpPr>
            <p:cNvPr id="8" name="מלבן: פינות מעוגלות 7">
              <a:extLst>
                <a:ext uri="{FF2B5EF4-FFF2-40B4-BE49-F238E27FC236}">
                  <a16:creationId xmlns:a16="http://schemas.microsoft.com/office/drawing/2014/main" id="{4D95DD5A-0607-FA87-381D-90D2BB1FA669}"/>
                </a:ext>
              </a:extLst>
            </p:cNvPr>
            <p:cNvSpPr/>
            <p:nvPr/>
          </p:nvSpPr>
          <p:spPr>
            <a:xfrm>
              <a:off x="3796748" y="1808922"/>
              <a:ext cx="4601817" cy="4472608"/>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9" name="מלבן: פינות מעוגלות 8">
              <a:extLst>
                <a:ext uri="{FF2B5EF4-FFF2-40B4-BE49-F238E27FC236}">
                  <a16:creationId xmlns:a16="http://schemas.microsoft.com/office/drawing/2014/main" id="{59DD3E84-3FFA-925B-766F-4DAD3E91C4C2}"/>
                </a:ext>
              </a:extLst>
            </p:cNvPr>
            <p:cNvSpPr/>
            <p:nvPr/>
          </p:nvSpPr>
          <p:spPr>
            <a:xfrm>
              <a:off x="4480891" y="4095991"/>
              <a:ext cx="3230217" cy="46713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0" name="מלבן: פינות מעוגלות 9">
              <a:extLst>
                <a:ext uri="{FF2B5EF4-FFF2-40B4-BE49-F238E27FC236}">
                  <a16:creationId xmlns:a16="http://schemas.microsoft.com/office/drawing/2014/main" id="{41A52A45-0279-0FC8-B08A-6B1D8B58548F}"/>
                </a:ext>
              </a:extLst>
            </p:cNvPr>
            <p:cNvSpPr/>
            <p:nvPr/>
          </p:nvSpPr>
          <p:spPr>
            <a:xfrm>
              <a:off x="4482548" y="2961861"/>
              <a:ext cx="3230217" cy="46713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1" name="מלבן 10">
              <a:extLst>
                <a:ext uri="{FF2B5EF4-FFF2-40B4-BE49-F238E27FC236}">
                  <a16:creationId xmlns:a16="http://schemas.microsoft.com/office/drawing/2014/main" id="{92156144-E2BE-38F9-8FD6-D94C73C0001B}"/>
                </a:ext>
              </a:extLst>
            </p:cNvPr>
            <p:cNvSpPr/>
            <p:nvPr/>
          </p:nvSpPr>
          <p:spPr>
            <a:xfrm>
              <a:off x="4372743" y="2432727"/>
              <a:ext cx="1704314" cy="461665"/>
            </a:xfrm>
            <a:prstGeom prst="rect">
              <a:avLst/>
            </a:prstGeom>
            <a:noFill/>
          </p:spPr>
          <p:txBody>
            <a:bodyPr wrap="square" lIns="91440" tIns="45720" rIns="91440" bIns="45720">
              <a:spAutoFit/>
            </a:bodyPr>
            <a:lstStyle/>
            <a:p>
              <a:pPr algn="ctr"/>
              <a:r>
                <a:rPr lang="en-US" sz="2400" b="0" cap="none" spc="0" dirty="0">
                  <a:ln w="0"/>
                  <a:solidFill>
                    <a:schemeClr val="tx1"/>
                  </a:solidFill>
                  <a:effectLst>
                    <a:outerShdw blurRad="38100" dist="19050" dir="2700000" algn="tl" rotWithShape="0">
                      <a:schemeClr val="dk1">
                        <a:alpha val="40000"/>
                      </a:schemeClr>
                    </a:outerShdw>
                  </a:effectLst>
                </a:rPr>
                <a:t>Id number : </a:t>
              </a:r>
              <a:endParaRPr lang="he-IL" sz="2400" b="0" cap="none" spc="0" dirty="0">
                <a:ln w="0"/>
                <a:solidFill>
                  <a:schemeClr val="tx1"/>
                </a:solidFill>
                <a:effectLst>
                  <a:outerShdw blurRad="38100" dist="19050" dir="2700000" algn="tl" rotWithShape="0">
                    <a:schemeClr val="dk1">
                      <a:alpha val="40000"/>
                    </a:schemeClr>
                  </a:outerShdw>
                </a:effectLst>
              </a:endParaRPr>
            </a:p>
          </p:txBody>
        </p:sp>
        <p:sp>
          <p:nvSpPr>
            <p:cNvPr id="12" name="מלבן 11">
              <a:extLst>
                <a:ext uri="{FF2B5EF4-FFF2-40B4-BE49-F238E27FC236}">
                  <a16:creationId xmlns:a16="http://schemas.microsoft.com/office/drawing/2014/main" id="{84DE8F65-E156-9C6F-E81E-81D1638A964A}"/>
                </a:ext>
              </a:extLst>
            </p:cNvPr>
            <p:cNvSpPr/>
            <p:nvPr/>
          </p:nvSpPr>
          <p:spPr>
            <a:xfrm>
              <a:off x="4424039" y="3594569"/>
              <a:ext cx="1601721" cy="461665"/>
            </a:xfrm>
            <a:prstGeom prst="rect">
              <a:avLst/>
            </a:prstGeom>
            <a:noFill/>
          </p:spPr>
          <p:txBody>
            <a:bodyPr wrap="square" lIns="91440" tIns="45720" rIns="91440" bIns="45720">
              <a:spAutoFit/>
            </a:bodyPr>
            <a:lstStyle/>
            <a:p>
              <a:pPr algn="ctr"/>
              <a:r>
                <a:rPr lang="en-US" sz="2400" dirty="0">
                  <a:ln w="0"/>
                  <a:effectLst>
                    <a:outerShdw blurRad="38100" dist="19050" dir="2700000" algn="tl" rotWithShape="0">
                      <a:schemeClr val="dk1">
                        <a:alpha val="40000"/>
                      </a:schemeClr>
                    </a:outerShdw>
                  </a:effectLst>
                </a:rPr>
                <a:t>Password : </a:t>
              </a:r>
              <a:endParaRPr lang="he-IL" sz="2400" b="0" cap="none" spc="0" dirty="0">
                <a:ln w="0"/>
                <a:solidFill>
                  <a:schemeClr val="tx1"/>
                </a:solidFill>
                <a:effectLst>
                  <a:outerShdw blurRad="38100" dist="19050" dir="2700000" algn="tl" rotWithShape="0">
                    <a:schemeClr val="dk1">
                      <a:alpha val="40000"/>
                    </a:schemeClr>
                  </a:outerShdw>
                </a:effectLst>
              </a:endParaRPr>
            </a:p>
          </p:txBody>
        </p:sp>
        <p:sp>
          <p:nvSpPr>
            <p:cNvPr id="13" name="מלבן 12">
              <a:extLst>
                <a:ext uri="{FF2B5EF4-FFF2-40B4-BE49-F238E27FC236}">
                  <a16:creationId xmlns:a16="http://schemas.microsoft.com/office/drawing/2014/main" id="{287B42DB-E7CA-7E3E-083E-5DDDF9B55C34}"/>
                </a:ext>
              </a:extLst>
            </p:cNvPr>
            <p:cNvSpPr/>
            <p:nvPr/>
          </p:nvSpPr>
          <p:spPr>
            <a:xfrm>
              <a:off x="5096865" y="3020693"/>
              <a:ext cx="1215396" cy="369332"/>
            </a:xfrm>
            <a:prstGeom prst="rect">
              <a:avLst/>
            </a:prstGeom>
            <a:noFill/>
          </p:spPr>
          <p:txBody>
            <a:bodyPr wrap="square" lIns="91440" tIns="45720" rIns="91440" bIns="45720">
              <a:spAutoFit/>
            </a:bodyPr>
            <a:lstStyle/>
            <a:p>
              <a:pPr algn="ctr"/>
              <a:r>
                <a:rPr lang="en-US" b="0" cap="none" spc="0" dirty="0">
                  <a:ln w="0">
                    <a:solidFill>
                      <a:schemeClr val="bg1">
                        <a:lumMod val="50000"/>
                      </a:schemeClr>
                    </a:solidFill>
                  </a:ln>
                  <a:solidFill>
                    <a:schemeClr val="bg1">
                      <a:lumMod val="50000"/>
                    </a:schemeClr>
                  </a:solidFill>
                  <a:effectLst>
                    <a:outerShdw blurRad="38100" dist="19050" dir="2700000" algn="tl" rotWithShape="0">
                      <a:schemeClr val="dk1">
                        <a:alpha val="40000"/>
                      </a:schemeClr>
                    </a:outerShdw>
                  </a:effectLst>
                </a:rPr>
                <a:t>Id number </a:t>
              </a:r>
              <a:endParaRPr lang="he-IL" b="0" cap="none" spc="0" dirty="0">
                <a:ln w="0">
                  <a:solidFill>
                    <a:schemeClr val="bg1">
                      <a:lumMod val="50000"/>
                    </a:schemeClr>
                  </a:solidFill>
                </a:ln>
                <a:solidFill>
                  <a:schemeClr val="bg1">
                    <a:lumMod val="50000"/>
                  </a:schemeClr>
                </a:solidFill>
                <a:effectLst>
                  <a:outerShdw blurRad="38100" dist="19050" dir="2700000" algn="tl" rotWithShape="0">
                    <a:schemeClr val="dk1">
                      <a:alpha val="40000"/>
                    </a:schemeClr>
                  </a:outerShdw>
                </a:effectLst>
              </a:endParaRPr>
            </a:p>
          </p:txBody>
        </p:sp>
        <p:sp>
          <p:nvSpPr>
            <p:cNvPr id="14" name="מלבן 13">
              <a:extLst>
                <a:ext uri="{FF2B5EF4-FFF2-40B4-BE49-F238E27FC236}">
                  <a16:creationId xmlns:a16="http://schemas.microsoft.com/office/drawing/2014/main" id="{4E4123DE-2C9C-C05C-C7A1-8FB7B30E12DC}"/>
                </a:ext>
              </a:extLst>
            </p:cNvPr>
            <p:cNvSpPr/>
            <p:nvPr/>
          </p:nvSpPr>
          <p:spPr>
            <a:xfrm>
              <a:off x="5096865" y="4081477"/>
              <a:ext cx="1151277" cy="461665"/>
            </a:xfrm>
            <a:prstGeom prst="rect">
              <a:avLst/>
            </a:prstGeom>
            <a:noFill/>
          </p:spPr>
          <p:txBody>
            <a:bodyPr wrap="square" lIns="91440" tIns="45720" rIns="91440" bIns="45720">
              <a:spAutoFit/>
            </a:bodyPr>
            <a:lstStyle/>
            <a:p>
              <a:pPr algn="ctr"/>
              <a:r>
                <a:rPr lang="en-US" dirty="0">
                  <a:ln w="0">
                    <a:solidFill>
                      <a:schemeClr val="bg1">
                        <a:lumMod val="50000"/>
                      </a:schemeClr>
                    </a:solidFill>
                  </a:ln>
                  <a:solidFill>
                    <a:schemeClr val="bg1">
                      <a:lumMod val="50000"/>
                    </a:schemeClr>
                  </a:solidFill>
                  <a:effectLst>
                    <a:outerShdw blurRad="38100" dist="19050" dir="2700000" algn="tl" rotWithShape="0">
                      <a:schemeClr val="dk1">
                        <a:alpha val="40000"/>
                      </a:schemeClr>
                    </a:outerShdw>
                  </a:effectLst>
                </a:rPr>
                <a:t>Password</a:t>
              </a:r>
              <a:r>
                <a:rPr lang="en-US" sz="2400" dirty="0">
                  <a:ln w="0"/>
                  <a:effectLst>
                    <a:outerShdw blurRad="38100" dist="19050" dir="2700000" algn="tl" rotWithShape="0">
                      <a:schemeClr val="dk1">
                        <a:alpha val="40000"/>
                      </a:schemeClr>
                    </a:outerShdw>
                  </a:effectLst>
                </a:rPr>
                <a:t> </a:t>
              </a:r>
              <a:endParaRPr lang="he-IL" sz="2400" b="0" cap="none" spc="0" dirty="0">
                <a:ln w="0"/>
                <a:solidFill>
                  <a:schemeClr val="tx1"/>
                </a:solidFill>
                <a:effectLst>
                  <a:outerShdw blurRad="38100" dist="19050" dir="2700000" algn="tl" rotWithShape="0">
                    <a:schemeClr val="dk1">
                      <a:alpha val="40000"/>
                    </a:schemeClr>
                  </a:outerShdw>
                </a:effectLst>
              </a:endParaRPr>
            </a:p>
          </p:txBody>
        </p:sp>
        <p:pic>
          <p:nvPicPr>
            <p:cNvPr id="15" name="גרפיקה 14" descr="נעל">
              <a:extLst>
                <a:ext uri="{FF2B5EF4-FFF2-40B4-BE49-F238E27FC236}">
                  <a16:creationId xmlns:a16="http://schemas.microsoft.com/office/drawing/2014/main" id="{271FA38C-3092-F4E1-9777-F5823CD3344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561397" y="4129177"/>
              <a:ext cx="417345" cy="417345"/>
            </a:xfrm>
            <a:prstGeom prst="rect">
              <a:avLst/>
            </a:prstGeom>
          </p:spPr>
        </p:pic>
        <p:pic>
          <p:nvPicPr>
            <p:cNvPr id="16" name="גרפיקה 15" descr="משתמש">
              <a:extLst>
                <a:ext uri="{FF2B5EF4-FFF2-40B4-BE49-F238E27FC236}">
                  <a16:creationId xmlns:a16="http://schemas.microsoft.com/office/drawing/2014/main" id="{D37AE115-FD33-FF86-FD71-73944EE841B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68328" y="2989557"/>
              <a:ext cx="450435" cy="450435"/>
            </a:xfrm>
            <a:prstGeom prst="rect">
              <a:avLst/>
            </a:prstGeom>
          </p:spPr>
        </p:pic>
        <p:sp>
          <p:nvSpPr>
            <p:cNvPr id="17" name="מלבן 16">
              <a:extLst>
                <a:ext uri="{FF2B5EF4-FFF2-40B4-BE49-F238E27FC236}">
                  <a16:creationId xmlns:a16="http://schemas.microsoft.com/office/drawing/2014/main" id="{F58667DD-2279-0F29-C564-55EDE01D4F44}"/>
                </a:ext>
              </a:extLst>
            </p:cNvPr>
            <p:cNvSpPr/>
            <p:nvPr/>
          </p:nvSpPr>
          <p:spPr>
            <a:xfrm>
              <a:off x="4702534" y="4857874"/>
              <a:ext cx="1542410" cy="307777"/>
            </a:xfrm>
            <a:prstGeom prst="rect">
              <a:avLst/>
            </a:prstGeom>
            <a:noFill/>
          </p:spPr>
          <p:txBody>
            <a:bodyPr wrap="square" lIns="91440" tIns="45720" rIns="91440" bIns="45720">
              <a:spAutoFit/>
            </a:bodyPr>
            <a:lstStyle/>
            <a:p>
              <a:pPr algn="ctr"/>
              <a:r>
                <a:rPr lang="en-US" sz="1400" dirty="0">
                  <a:ln w="0"/>
                  <a:effectLst>
                    <a:outerShdw blurRad="38100" dist="19050" dir="2700000" algn="tl" rotWithShape="0">
                      <a:schemeClr val="dk1">
                        <a:alpha val="40000"/>
                      </a:schemeClr>
                    </a:outerShdw>
                  </a:effectLst>
                </a:rPr>
                <a:t>Remember me</a:t>
              </a:r>
              <a:r>
                <a:rPr lang="en-US" sz="1400" b="0" cap="none" spc="0" dirty="0">
                  <a:ln w="0"/>
                  <a:solidFill>
                    <a:schemeClr val="tx1"/>
                  </a:solidFill>
                  <a:effectLst>
                    <a:outerShdw blurRad="38100" dist="19050" dir="2700000" algn="tl" rotWithShape="0">
                      <a:schemeClr val="dk1">
                        <a:alpha val="40000"/>
                      </a:schemeClr>
                    </a:outerShdw>
                  </a:effectLst>
                </a:rPr>
                <a:t> </a:t>
              </a:r>
              <a:endParaRPr lang="he-IL" sz="1400" b="0" cap="none" spc="0" dirty="0">
                <a:ln w="0"/>
                <a:solidFill>
                  <a:schemeClr val="tx1"/>
                </a:solidFill>
                <a:effectLst>
                  <a:outerShdw blurRad="38100" dist="19050" dir="2700000" algn="tl" rotWithShape="0">
                    <a:schemeClr val="dk1">
                      <a:alpha val="40000"/>
                    </a:schemeClr>
                  </a:outerShdw>
                </a:effectLst>
              </a:endParaRPr>
            </a:p>
          </p:txBody>
        </p:sp>
        <p:sp>
          <p:nvSpPr>
            <p:cNvPr id="18" name="מלבן 17">
              <a:extLst>
                <a:ext uri="{FF2B5EF4-FFF2-40B4-BE49-F238E27FC236}">
                  <a16:creationId xmlns:a16="http://schemas.microsoft.com/office/drawing/2014/main" id="{35B3B3F0-E750-9F0D-3B7E-832BB624CAC8}"/>
                </a:ext>
              </a:extLst>
            </p:cNvPr>
            <p:cNvSpPr/>
            <p:nvPr/>
          </p:nvSpPr>
          <p:spPr>
            <a:xfrm>
              <a:off x="6351190" y="4857874"/>
              <a:ext cx="1773242" cy="307777"/>
            </a:xfrm>
            <a:prstGeom prst="rect">
              <a:avLst/>
            </a:prstGeom>
            <a:noFill/>
          </p:spPr>
          <p:txBody>
            <a:bodyPr wrap="square" lIns="91440" tIns="45720" rIns="91440" bIns="45720">
              <a:spAutoFit/>
            </a:bodyPr>
            <a:lstStyle/>
            <a:p>
              <a:pPr algn="ctr"/>
              <a:r>
                <a:rPr lang="en-US" sz="1400" dirty="0">
                  <a:ln w="0">
                    <a:solidFill>
                      <a:srgbClr val="0070C0"/>
                    </a:solidFill>
                  </a:ln>
                  <a:solidFill>
                    <a:srgbClr val="0070C0"/>
                  </a:solidFill>
                  <a:effectLst>
                    <a:outerShdw blurRad="38100" dist="19050" dir="2700000" algn="tl" rotWithShape="0">
                      <a:schemeClr val="dk1">
                        <a:alpha val="40000"/>
                      </a:schemeClr>
                    </a:outerShdw>
                  </a:effectLst>
                </a:rPr>
                <a:t>Forgot password?</a:t>
              </a:r>
              <a:r>
                <a:rPr lang="en-US" sz="1400" b="0" cap="none" spc="0" dirty="0">
                  <a:ln w="0">
                    <a:solidFill>
                      <a:srgbClr val="0070C0"/>
                    </a:solidFill>
                  </a:ln>
                  <a:solidFill>
                    <a:srgbClr val="0070C0"/>
                  </a:solidFill>
                  <a:effectLst>
                    <a:outerShdw blurRad="38100" dist="19050" dir="2700000" algn="tl" rotWithShape="0">
                      <a:schemeClr val="dk1">
                        <a:alpha val="40000"/>
                      </a:schemeClr>
                    </a:outerShdw>
                  </a:effectLst>
                </a:rPr>
                <a:t> </a:t>
              </a:r>
              <a:endParaRPr lang="he-IL" sz="1400" b="0" cap="none" spc="0" dirty="0">
                <a:ln w="0">
                  <a:solidFill>
                    <a:srgbClr val="0070C0"/>
                  </a:solidFill>
                </a:ln>
                <a:solidFill>
                  <a:srgbClr val="0070C0"/>
                </a:solidFill>
                <a:effectLst>
                  <a:outerShdw blurRad="38100" dist="19050" dir="2700000" algn="tl" rotWithShape="0">
                    <a:schemeClr val="dk1">
                      <a:alpha val="40000"/>
                    </a:schemeClr>
                  </a:outerShdw>
                </a:effectLst>
              </a:endParaRPr>
            </a:p>
          </p:txBody>
        </p:sp>
        <p:sp>
          <p:nvSpPr>
            <p:cNvPr id="19" name="מלבן 18">
              <a:extLst>
                <a:ext uri="{FF2B5EF4-FFF2-40B4-BE49-F238E27FC236}">
                  <a16:creationId xmlns:a16="http://schemas.microsoft.com/office/drawing/2014/main" id="{0BE9E992-E17E-D2CB-E708-20630EF387E9}"/>
                </a:ext>
              </a:extLst>
            </p:cNvPr>
            <p:cNvSpPr/>
            <p:nvPr/>
          </p:nvSpPr>
          <p:spPr>
            <a:xfrm>
              <a:off x="4568328" y="4949688"/>
              <a:ext cx="134206" cy="12920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grpSp>
    </p:spTree>
    <p:extLst>
      <p:ext uri="{BB962C8B-B14F-4D97-AF65-F5344CB8AC3E}">
        <p14:creationId xmlns:p14="http://schemas.microsoft.com/office/powerpoint/2010/main" val="12393619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FEBFD5E-D34E-4140-55D6-C0398AD819F3}"/>
              </a:ext>
            </a:extLst>
          </p:cNvPr>
          <p:cNvSpPr>
            <a:spLocks noGrp="1"/>
          </p:cNvSpPr>
          <p:nvPr>
            <p:ph type="title"/>
          </p:nvPr>
        </p:nvSpPr>
        <p:spPr/>
        <p:txBody>
          <a:bodyPr/>
          <a:lstStyle/>
          <a:p>
            <a:r>
              <a:rPr lang="he-IL" dirty="0"/>
              <a:t>כניסת מורות – בשלב ראשוני רק מחנכות</a:t>
            </a:r>
          </a:p>
        </p:txBody>
      </p:sp>
      <p:sp>
        <p:nvSpPr>
          <p:cNvPr id="3" name="מציין מיקום תוכן 2">
            <a:extLst>
              <a:ext uri="{FF2B5EF4-FFF2-40B4-BE49-F238E27FC236}">
                <a16:creationId xmlns:a16="http://schemas.microsoft.com/office/drawing/2014/main" id="{3BEC4C64-A6E0-BCEB-46B2-CE05A2A5A3B1}"/>
              </a:ext>
            </a:extLst>
          </p:cNvPr>
          <p:cNvSpPr>
            <a:spLocks noGrp="1"/>
          </p:cNvSpPr>
          <p:nvPr>
            <p:ph idx="1"/>
          </p:nvPr>
        </p:nvSpPr>
        <p:spPr/>
        <p:txBody>
          <a:bodyPr/>
          <a:lstStyle/>
          <a:p>
            <a:r>
              <a:rPr lang="he-IL" dirty="0"/>
              <a:t>צפיה בכל התלמידות של המורה.</a:t>
            </a:r>
          </a:p>
          <a:p>
            <a:r>
              <a:rPr lang="he-IL" dirty="0"/>
              <a:t>ניתן לראות שם תלמידה, מס' נקודות ומס' שוברים שבועי, ניתן להכניס נתונים של השבוע הנוכחי בלבד (כמות נקודות והאם ניתן שובר), לצורך עדכון מהיר.</a:t>
            </a:r>
          </a:p>
          <a:p>
            <a:r>
              <a:rPr lang="he-IL" dirty="0"/>
              <a:t>בלחיצה על תלמידה מגיעים לכרטיס האישי שלה.</a:t>
            </a:r>
          </a:p>
        </p:txBody>
      </p:sp>
    </p:spTree>
    <p:extLst>
      <p:ext uri="{BB962C8B-B14F-4D97-AF65-F5344CB8AC3E}">
        <p14:creationId xmlns:p14="http://schemas.microsoft.com/office/powerpoint/2010/main" val="4595997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80D6FB60-312D-2125-529B-E2F6705703B6}"/>
              </a:ext>
            </a:extLst>
          </p:cNvPr>
          <p:cNvSpPr>
            <a:spLocks noGrp="1"/>
          </p:cNvSpPr>
          <p:nvPr>
            <p:ph type="title"/>
          </p:nvPr>
        </p:nvSpPr>
        <p:spPr/>
        <p:txBody>
          <a:bodyPr/>
          <a:lstStyle/>
          <a:p>
            <a:r>
              <a:rPr lang="he-IL" dirty="0"/>
              <a:t>מסך פרופיל תלמידה</a:t>
            </a:r>
          </a:p>
        </p:txBody>
      </p:sp>
      <p:sp>
        <p:nvSpPr>
          <p:cNvPr id="3" name="מציין מיקום תוכן 2">
            <a:extLst>
              <a:ext uri="{FF2B5EF4-FFF2-40B4-BE49-F238E27FC236}">
                <a16:creationId xmlns:a16="http://schemas.microsoft.com/office/drawing/2014/main" id="{6CF1FEE2-0CB2-AE9F-C083-DE1DC56A5000}"/>
              </a:ext>
            </a:extLst>
          </p:cNvPr>
          <p:cNvSpPr>
            <a:spLocks noGrp="1"/>
          </p:cNvSpPr>
          <p:nvPr>
            <p:ph idx="1"/>
          </p:nvPr>
        </p:nvSpPr>
        <p:spPr/>
        <p:txBody>
          <a:bodyPr>
            <a:normAutofit fontScale="77500" lnSpcReduction="20000"/>
          </a:bodyPr>
          <a:lstStyle/>
          <a:p>
            <a:r>
              <a:rPr lang="he-IL" dirty="0"/>
              <a:t>פרטי התלמידה בגדול (שם, </a:t>
            </a:r>
          </a:p>
          <a:p>
            <a:r>
              <a:rPr lang="he-IL" dirty="0"/>
              <a:t>סרגל סינונים לפי תקופות (שבועי, תקופתי, שנתי)</a:t>
            </a:r>
          </a:p>
          <a:p>
            <a:pPr lvl="1"/>
            <a:r>
              <a:rPr lang="he-IL" dirty="0"/>
              <a:t>שבועי – ניתן לראות את מספר הנקודות של השבוע, האם היא קיבלה שובר, והאם היא מקבלת תעודת הצטיינות – רק כשנמצאים בסוף תקופת ההצטיינות ואפשרות לעריכת פרטים אלו </a:t>
            </a:r>
          </a:p>
          <a:p>
            <a:pPr lvl="1"/>
            <a:r>
              <a:rPr lang="he-IL" dirty="0"/>
              <a:t>תקופתי – ניתן לראות מחולק על פי שבועות בדיוק מה קרה כמה נקודות צברה כל שבוע וכמה שוברים ניתן לראות גם בצורה ויזואלית ע"י מסלול את כמות השוברים וכמה נשאר כדי לקבל תעודת הצטיינות </a:t>
            </a:r>
          </a:p>
          <a:p>
            <a:pPr lvl="1"/>
            <a:r>
              <a:rPr lang="he-IL" dirty="0"/>
              <a:t>שנתי – מסלול המציג את כמות התעודות שהתלמידה צברה</a:t>
            </a:r>
          </a:p>
          <a:p>
            <a:r>
              <a:rPr lang="he-IL" dirty="0"/>
              <a:t>אפשרות </a:t>
            </a:r>
            <a:r>
              <a:rPr lang="he-IL" dirty="0" err="1"/>
              <a:t>לצפיה</a:t>
            </a:r>
            <a:r>
              <a:rPr lang="he-IL" dirty="0"/>
              <a:t> בכל ההערות/הארות שהמורה נתנה לתלמידה והוספת הערה חדשה </a:t>
            </a:r>
          </a:p>
          <a:p>
            <a:r>
              <a:rPr lang="he-IL" dirty="0"/>
              <a:t>צפיה בסף הכיתה לצורך קבלת שובר שבועי ואפשרות לשינוי הסף – (האם הסף הוא משהו קבוע שקובעים בתחילת שנה ואז יש צורך לציין את זה למורה כדי שתבדוק מי הן התלמידות שמגיע להן שובר (יש חריגות) או שהסף נקבע כל שבוע מחדש לפי רמת הכיתה באותו שבוע ע"י המורה ואז אין צורך לציין את הסף אלא המורה מחליטה למי מגיע שובר ולמי לא </a:t>
            </a:r>
          </a:p>
          <a:p>
            <a:r>
              <a:rPr lang="he-IL" dirty="0"/>
              <a:t>בהמשך ניתוח גרפי התנהגות תלמידה לפי שבוע, תקופתי, שנתי וכו' </a:t>
            </a:r>
          </a:p>
          <a:p>
            <a:r>
              <a:rPr lang="he-IL" dirty="0"/>
              <a:t>כפתור היסטוריה וניתן לראות כל שבוע בדיוק כמה נקודות ניתנו האם ניתן שובר האם ניתן תעודת הצטיינות והערות והארות שנכתבו</a:t>
            </a:r>
          </a:p>
          <a:p>
            <a:endParaRPr lang="he-IL" dirty="0"/>
          </a:p>
          <a:p>
            <a:endParaRPr lang="he-IL" dirty="0"/>
          </a:p>
          <a:p>
            <a:endParaRPr lang="he-IL" dirty="0"/>
          </a:p>
          <a:p>
            <a:pPr lvl="1"/>
            <a:endParaRPr lang="he-IL" dirty="0"/>
          </a:p>
          <a:p>
            <a:pPr marL="0" indent="0">
              <a:buNone/>
            </a:pPr>
            <a:endParaRPr lang="he-IL" dirty="0"/>
          </a:p>
        </p:txBody>
      </p:sp>
    </p:spTree>
    <p:extLst>
      <p:ext uri="{BB962C8B-B14F-4D97-AF65-F5344CB8AC3E}">
        <p14:creationId xmlns:p14="http://schemas.microsoft.com/office/powerpoint/2010/main" val="40267579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89A99409-B62F-F01A-E367-EA12225A1331}"/>
              </a:ext>
            </a:extLst>
          </p:cNvPr>
          <p:cNvSpPr>
            <a:spLocks noGrp="1"/>
          </p:cNvSpPr>
          <p:nvPr>
            <p:ph type="title"/>
          </p:nvPr>
        </p:nvSpPr>
        <p:spPr/>
        <p:txBody>
          <a:bodyPr/>
          <a:lstStyle/>
          <a:p>
            <a:r>
              <a:rPr lang="he-IL" dirty="0"/>
              <a:t>כניסת מנהלת אתר – צוות ניהולי </a:t>
            </a:r>
          </a:p>
        </p:txBody>
      </p:sp>
      <p:sp>
        <p:nvSpPr>
          <p:cNvPr id="3" name="מציין מיקום תוכן 2">
            <a:extLst>
              <a:ext uri="{FF2B5EF4-FFF2-40B4-BE49-F238E27FC236}">
                <a16:creationId xmlns:a16="http://schemas.microsoft.com/office/drawing/2014/main" id="{60325346-9797-A151-A805-E4B6F8D7BBAB}"/>
              </a:ext>
            </a:extLst>
          </p:cNvPr>
          <p:cNvSpPr>
            <a:spLocks noGrp="1"/>
          </p:cNvSpPr>
          <p:nvPr>
            <p:ph idx="1"/>
          </p:nvPr>
        </p:nvSpPr>
        <p:spPr/>
        <p:txBody>
          <a:bodyPr/>
          <a:lstStyle/>
          <a:p>
            <a:r>
              <a:rPr lang="he-IL" dirty="0"/>
              <a:t>יתבצע בשלב עתידי </a:t>
            </a:r>
          </a:p>
          <a:p>
            <a:r>
              <a:rPr lang="he-IL" dirty="0"/>
              <a:t>הוקמה תשתית לפיתוח עתידני </a:t>
            </a:r>
          </a:p>
        </p:txBody>
      </p:sp>
    </p:spTree>
    <p:extLst>
      <p:ext uri="{BB962C8B-B14F-4D97-AF65-F5344CB8AC3E}">
        <p14:creationId xmlns:p14="http://schemas.microsoft.com/office/powerpoint/2010/main" val="35700788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B8C7D03-B858-92EF-B427-41B9AF920CCE}"/>
              </a:ext>
            </a:extLst>
          </p:cNvPr>
          <p:cNvSpPr>
            <a:spLocks noGrp="1"/>
          </p:cNvSpPr>
          <p:nvPr>
            <p:ph type="title"/>
          </p:nvPr>
        </p:nvSpPr>
        <p:spPr/>
        <p:txBody>
          <a:bodyPr/>
          <a:lstStyle/>
          <a:p>
            <a:r>
              <a:rPr lang="he-IL" dirty="0"/>
              <a:t>כניסת תלמידות – מסך מצב אישי</a:t>
            </a:r>
          </a:p>
        </p:txBody>
      </p:sp>
      <p:sp>
        <p:nvSpPr>
          <p:cNvPr id="3" name="מציין מיקום תוכן 2">
            <a:extLst>
              <a:ext uri="{FF2B5EF4-FFF2-40B4-BE49-F238E27FC236}">
                <a16:creationId xmlns:a16="http://schemas.microsoft.com/office/drawing/2014/main" id="{5247E59C-293D-6310-2988-8E2F632D9F09}"/>
              </a:ext>
            </a:extLst>
          </p:cNvPr>
          <p:cNvSpPr>
            <a:spLocks noGrp="1"/>
          </p:cNvSpPr>
          <p:nvPr>
            <p:ph idx="1"/>
          </p:nvPr>
        </p:nvSpPr>
        <p:spPr/>
        <p:txBody>
          <a:bodyPr/>
          <a:lstStyle/>
          <a:p>
            <a:r>
              <a:rPr lang="he-IL" dirty="0"/>
              <a:t>צפיה במצב האישי של התלמידה ( בהמשך מצב התקדמות גרפים וכו')</a:t>
            </a:r>
          </a:p>
          <a:p>
            <a:r>
              <a:rPr lang="he-IL" dirty="0"/>
              <a:t>צפיה במספר הנקודות, השוברים והבועה </a:t>
            </a:r>
          </a:p>
          <a:p>
            <a:r>
              <a:rPr lang="he-IL" dirty="0"/>
              <a:t>צפיה בהארות שהמורות כתבו</a:t>
            </a:r>
          </a:p>
          <a:p>
            <a:r>
              <a:rPr lang="he-IL" dirty="0"/>
              <a:t>כפתור מעבר לקיוסק </a:t>
            </a:r>
          </a:p>
          <a:p>
            <a:r>
              <a:rPr lang="he-IL" dirty="0"/>
              <a:t>בהמשך מעבר לתגמול החודשי רעיונות לשיפור והוספת מוצרים </a:t>
            </a:r>
          </a:p>
          <a:p>
            <a:r>
              <a:rPr lang="he-IL" dirty="0"/>
              <a:t>צפיה במצב אישי לפי חודש </a:t>
            </a:r>
            <a:r>
              <a:rPr lang="en-US" dirty="0"/>
              <a:t>/</a:t>
            </a:r>
            <a:r>
              <a:rPr lang="he-IL" dirty="0"/>
              <a:t> שנה וכו'</a:t>
            </a:r>
          </a:p>
        </p:txBody>
      </p:sp>
    </p:spTree>
    <p:extLst>
      <p:ext uri="{BB962C8B-B14F-4D97-AF65-F5344CB8AC3E}">
        <p14:creationId xmlns:p14="http://schemas.microsoft.com/office/powerpoint/2010/main" val="30785019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D483F29-B6D7-02F2-1921-797F5A338BB5}"/>
              </a:ext>
            </a:extLst>
          </p:cNvPr>
          <p:cNvSpPr>
            <a:spLocks noGrp="1"/>
          </p:cNvSpPr>
          <p:nvPr>
            <p:ph type="title"/>
          </p:nvPr>
        </p:nvSpPr>
        <p:spPr/>
        <p:txBody>
          <a:bodyPr/>
          <a:lstStyle/>
          <a:p>
            <a:r>
              <a:rPr lang="he-IL" dirty="0"/>
              <a:t>כניסת תלמידות - הקיוסק</a:t>
            </a:r>
          </a:p>
        </p:txBody>
      </p:sp>
      <p:sp>
        <p:nvSpPr>
          <p:cNvPr id="3" name="מציין מיקום תוכן 2">
            <a:extLst>
              <a:ext uri="{FF2B5EF4-FFF2-40B4-BE49-F238E27FC236}">
                <a16:creationId xmlns:a16="http://schemas.microsoft.com/office/drawing/2014/main" id="{927EFC5C-B47B-DA8D-7FD5-B0C87E4C5790}"/>
              </a:ext>
            </a:extLst>
          </p:cNvPr>
          <p:cNvSpPr>
            <a:spLocks noGrp="1"/>
          </p:cNvSpPr>
          <p:nvPr>
            <p:ph idx="1"/>
          </p:nvPr>
        </p:nvSpPr>
        <p:spPr/>
        <p:txBody>
          <a:bodyPr/>
          <a:lstStyle/>
          <a:p>
            <a:r>
              <a:rPr lang="he-IL" dirty="0"/>
              <a:t>צפיה בכל המוצרים </a:t>
            </a:r>
          </a:p>
          <a:p>
            <a:r>
              <a:rPr lang="he-IL" dirty="0"/>
              <a:t>אפשרויות סינון על פי קטגוריות</a:t>
            </a:r>
          </a:p>
          <a:p>
            <a:r>
              <a:rPr lang="he-IL" dirty="0"/>
              <a:t>אפשרויות סינון על פי המוצרים החדשים ביותר, הנמכרים ביותר ועוד </a:t>
            </a:r>
          </a:p>
          <a:p>
            <a:r>
              <a:rPr lang="he-IL" dirty="0"/>
              <a:t>לחיצה על מוצר עוברת למסך מוצר </a:t>
            </a:r>
          </a:p>
          <a:p>
            <a:r>
              <a:rPr lang="he-IL" dirty="0"/>
              <a:t>אפשרות למעבר לסל הקניות </a:t>
            </a:r>
          </a:p>
          <a:p>
            <a:r>
              <a:rPr lang="he-IL" dirty="0"/>
              <a:t>אפשרות למעבר לתשלום </a:t>
            </a:r>
          </a:p>
          <a:p>
            <a:r>
              <a:rPr lang="he-IL" dirty="0"/>
              <a:t>אפשרות חזרה לפרופיל </a:t>
            </a:r>
          </a:p>
        </p:txBody>
      </p:sp>
    </p:spTree>
    <p:extLst>
      <p:ext uri="{BB962C8B-B14F-4D97-AF65-F5344CB8AC3E}">
        <p14:creationId xmlns:p14="http://schemas.microsoft.com/office/powerpoint/2010/main" val="5679782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D5F06B6-05D2-971C-3551-9BDBBEF4B860}"/>
              </a:ext>
            </a:extLst>
          </p:cNvPr>
          <p:cNvSpPr>
            <a:spLocks noGrp="1"/>
          </p:cNvSpPr>
          <p:nvPr>
            <p:ph type="title"/>
          </p:nvPr>
        </p:nvSpPr>
        <p:spPr/>
        <p:txBody>
          <a:bodyPr/>
          <a:lstStyle/>
          <a:p>
            <a:r>
              <a:rPr lang="he-IL" dirty="0"/>
              <a:t>כניסת תלמידות – עמוד מוצר</a:t>
            </a:r>
          </a:p>
        </p:txBody>
      </p:sp>
      <p:sp>
        <p:nvSpPr>
          <p:cNvPr id="3" name="מציין מיקום תוכן 2">
            <a:extLst>
              <a:ext uri="{FF2B5EF4-FFF2-40B4-BE49-F238E27FC236}">
                <a16:creationId xmlns:a16="http://schemas.microsoft.com/office/drawing/2014/main" id="{A689539C-3472-9018-7A08-17CC6D7DDEBE}"/>
              </a:ext>
            </a:extLst>
          </p:cNvPr>
          <p:cNvSpPr>
            <a:spLocks noGrp="1"/>
          </p:cNvSpPr>
          <p:nvPr>
            <p:ph idx="1"/>
          </p:nvPr>
        </p:nvSpPr>
        <p:spPr/>
        <p:txBody>
          <a:bodyPr/>
          <a:lstStyle/>
          <a:p>
            <a:r>
              <a:rPr lang="he-IL" dirty="0"/>
              <a:t>פרטי המוצר והתמונה בגדול </a:t>
            </a:r>
          </a:p>
          <a:p>
            <a:r>
              <a:rPr lang="he-IL" dirty="0"/>
              <a:t>אפשרות להוספה לסל הקניות </a:t>
            </a:r>
          </a:p>
          <a:p>
            <a:r>
              <a:rPr lang="he-IL" dirty="0"/>
              <a:t>אפשרות לחזרה לעמוד הקיוסק </a:t>
            </a:r>
          </a:p>
          <a:p>
            <a:pPr marL="0" indent="0">
              <a:buNone/>
            </a:pPr>
            <a:endParaRPr lang="he-IL" dirty="0"/>
          </a:p>
        </p:txBody>
      </p:sp>
    </p:spTree>
    <p:extLst>
      <p:ext uri="{BB962C8B-B14F-4D97-AF65-F5344CB8AC3E}">
        <p14:creationId xmlns:p14="http://schemas.microsoft.com/office/powerpoint/2010/main" val="27308160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1BDCEDCE-6727-1211-5701-FCA2B4538D89}"/>
              </a:ext>
            </a:extLst>
          </p:cNvPr>
          <p:cNvSpPr>
            <a:spLocks noGrp="1"/>
          </p:cNvSpPr>
          <p:nvPr>
            <p:ph type="title"/>
          </p:nvPr>
        </p:nvSpPr>
        <p:spPr/>
        <p:txBody>
          <a:bodyPr/>
          <a:lstStyle/>
          <a:p>
            <a:r>
              <a:rPr lang="he-IL" dirty="0"/>
              <a:t>כניסת תלמידות – סל הקניות </a:t>
            </a:r>
          </a:p>
        </p:txBody>
      </p:sp>
      <p:sp>
        <p:nvSpPr>
          <p:cNvPr id="3" name="מציין מיקום תוכן 2">
            <a:extLst>
              <a:ext uri="{FF2B5EF4-FFF2-40B4-BE49-F238E27FC236}">
                <a16:creationId xmlns:a16="http://schemas.microsoft.com/office/drawing/2014/main" id="{752A6DB4-0556-934E-B85A-7ED3EBB064A7}"/>
              </a:ext>
            </a:extLst>
          </p:cNvPr>
          <p:cNvSpPr>
            <a:spLocks noGrp="1"/>
          </p:cNvSpPr>
          <p:nvPr>
            <p:ph idx="1"/>
          </p:nvPr>
        </p:nvSpPr>
        <p:spPr/>
        <p:txBody>
          <a:bodyPr/>
          <a:lstStyle/>
          <a:p>
            <a:r>
              <a:rPr lang="he-IL" dirty="0"/>
              <a:t>צפיה בכל הפריטים בסל </a:t>
            </a:r>
          </a:p>
          <a:p>
            <a:r>
              <a:rPr lang="he-IL" dirty="0"/>
              <a:t>על כל פריט אפשרות למחוק אותו מהסל</a:t>
            </a:r>
          </a:p>
          <a:p>
            <a:r>
              <a:rPr lang="he-IL" dirty="0"/>
              <a:t>צפיה בכמות השוברים הכללית של הקניה </a:t>
            </a:r>
          </a:p>
          <a:p>
            <a:r>
              <a:rPr lang="he-IL" dirty="0"/>
              <a:t>כפתור לסיום הזמנה – בעת לחיצה עליו תוצג הודעת הזהרה "אין החלפות והחזרות כלל!" לחיצה על אישור בהודעת ההזהרה תעדכן את כמות השוברים ותשלח מייל לצוות ניהול על ביצוע הזמנה התלמידה תקבל מספר הזמנה לצורך אימות ההזמנה – זמני בשלב עתידי יותר יהיה ממשק ניהול ולשם ישלחו הזמנות שצריכות טיפול</a:t>
            </a:r>
          </a:p>
          <a:p>
            <a:r>
              <a:rPr lang="he-IL" dirty="0"/>
              <a:t>כפתור לחזרה לעמוד הקיוסק </a:t>
            </a:r>
          </a:p>
          <a:p>
            <a:endParaRPr lang="he-IL" dirty="0"/>
          </a:p>
        </p:txBody>
      </p:sp>
    </p:spTree>
    <p:extLst>
      <p:ext uri="{BB962C8B-B14F-4D97-AF65-F5344CB8AC3E}">
        <p14:creationId xmlns:p14="http://schemas.microsoft.com/office/powerpoint/2010/main" val="33726859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מלבן 5">
            <a:extLst>
              <a:ext uri="{FF2B5EF4-FFF2-40B4-BE49-F238E27FC236}">
                <a16:creationId xmlns:a16="http://schemas.microsoft.com/office/drawing/2014/main" id="{0558B633-D71C-4C7C-291F-FED7F61B21B1}"/>
              </a:ext>
            </a:extLst>
          </p:cNvPr>
          <p:cNvSpPr/>
          <p:nvPr/>
        </p:nvSpPr>
        <p:spPr>
          <a:xfrm>
            <a:off x="5438087" y="461913"/>
            <a:ext cx="1857080" cy="300242"/>
          </a:xfrm>
          <a:prstGeom prst="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7" name="מלבן 6">
            <a:extLst>
              <a:ext uri="{FF2B5EF4-FFF2-40B4-BE49-F238E27FC236}">
                <a16:creationId xmlns:a16="http://schemas.microsoft.com/office/drawing/2014/main" id="{D07F6B8E-6076-A314-CC4A-971653C0E912}"/>
              </a:ext>
            </a:extLst>
          </p:cNvPr>
          <p:cNvSpPr/>
          <p:nvPr/>
        </p:nvSpPr>
        <p:spPr>
          <a:xfrm>
            <a:off x="5498574" y="436098"/>
            <a:ext cx="1675459"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התחברות למערכת</a:t>
            </a:r>
          </a:p>
        </p:txBody>
      </p:sp>
      <p:cxnSp>
        <p:nvCxnSpPr>
          <p:cNvPr id="9" name="מחבר חץ ישר 8">
            <a:extLst>
              <a:ext uri="{FF2B5EF4-FFF2-40B4-BE49-F238E27FC236}">
                <a16:creationId xmlns:a16="http://schemas.microsoft.com/office/drawing/2014/main" id="{5995E033-F89A-204F-A7AA-8DB60147C26F}"/>
              </a:ext>
            </a:extLst>
          </p:cNvPr>
          <p:cNvCxnSpPr>
            <a:cxnSpLocks/>
          </p:cNvCxnSpPr>
          <p:nvPr/>
        </p:nvCxnSpPr>
        <p:spPr>
          <a:xfrm flipH="1">
            <a:off x="2366127" y="801278"/>
            <a:ext cx="3692165"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מחבר חץ ישר 9">
            <a:extLst>
              <a:ext uri="{FF2B5EF4-FFF2-40B4-BE49-F238E27FC236}">
                <a16:creationId xmlns:a16="http://schemas.microsoft.com/office/drawing/2014/main" id="{718119C5-4C65-EC7C-08C3-E3E47EC01517}"/>
              </a:ext>
            </a:extLst>
          </p:cNvPr>
          <p:cNvCxnSpPr>
            <a:cxnSpLocks/>
          </p:cNvCxnSpPr>
          <p:nvPr/>
        </p:nvCxnSpPr>
        <p:spPr>
          <a:xfrm>
            <a:off x="6391371" y="801278"/>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מחבר חץ ישר 14">
            <a:extLst>
              <a:ext uri="{FF2B5EF4-FFF2-40B4-BE49-F238E27FC236}">
                <a16:creationId xmlns:a16="http://schemas.microsoft.com/office/drawing/2014/main" id="{C528C623-9414-B3E0-B94D-2568DD3562B6}"/>
              </a:ext>
            </a:extLst>
          </p:cNvPr>
          <p:cNvCxnSpPr>
            <a:cxnSpLocks/>
          </p:cNvCxnSpPr>
          <p:nvPr/>
        </p:nvCxnSpPr>
        <p:spPr>
          <a:xfrm flipH="1" flipV="1">
            <a:off x="6660821" y="822284"/>
            <a:ext cx="3557440" cy="34663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מלבן 17">
            <a:extLst>
              <a:ext uri="{FF2B5EF4-FFF2-40B4-BE49-F238E27FC236}">
                <a16:creationId xmlns:a16="http://schemas.microsoft.com/office/drawing/2014/main" id="{01028E91-B88C-A4D8-E753-80C3864A2F34}"/>
              </a:ext>
            </a:extLst>
          </p:cNvPr>
          <p:cNvSpPr/>
          <p:nvPr/>
        </p:nvSpPr>
        <p:spPr>
          <a:xfrm>
            <a:off x="9916997" y="1168923"/>
            <a:ext cx="1538140" cy="471341"/>
          </a:xfrm>
          <a:prstGeom prst="rect">
            <a:avLst/>
          </a:prstGeom>
          <a:solidFill>
            <a:schemeClr val="accent6">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9" name="מלבן 18">
            <a:extLst>
              <a:ext uri="{FF2B5EF4-FFF2-40B4-BE49-F238E27FC236}">
                <a16:creationId xmlns:a16="http://schemas.microsoft.com/office/drawing/2014/main" id="{CB609F32-2C63-B79C-7827-E9CAC95A52B9}"/>
              </a:ext>
            </a:extLst>
          </p:cNvPr>
          <p:cNvSpPr/>
          <p:nvPr/>
        </p:nvSpPr>
        <p:spPr>
          <a:xfrm>
            <a:off x="1673226" y="1179691"/>
            <a:ext cx="1538140" cy="471341"/>
          </a:xfrm>
          <a:prstGeom prst="rect">
            <a:avLst/>
          </a:prstGeom>
          <a:solidFill>
            <a:schemeClr val="accent4">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0" name="מלבן 19">
            <a:extLst>
              <a:ext uri="{FF2B5EF4-FFF2-40B4-BE49-F238E27FC236}">
                <a16:creationId xmlns:a16="http://schemas.microsoft.com/office/drawing/2014/main" id="{FFDEDADF-CFAE-2F60-E273-BA7D8D14F29B}"/>
              </a:ext>
            </a:extLst>
          </p:cNvPr>
          <p:cNvSpPr/>
          <p:nvPr/>
        </p:nvSpPr>
        <p:spPr>
          <a:xfrm>
            <a:off x="5757027" y="1170264"/>
            <a:ext cx="1538140" cy="471341"/>
          </a:xfrm>
          <a:prstGeom prst="rect">
            <a:avLst/>
          </a:prstGeom>
          <a:solidFill>
            <a:schemeClr val="accent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2" name="מלבן 21">
            <a:extLst>
              <a:ext uri="{FF2B5EF4-FFF2-40B4-BE49-F238E27FC236}">
                <a16:creationId xmlns:a16="http://schemas.microsoft.com/office/drawing/2014/main" id="{DAF9FF1D-25C8-DF99-2D58-405CE4B56072}"/>
              </a:ext>
            </a:extLst>
          </p:cNvPr>
          <p:cNvSpPr/>
          <p:nvPr/>
        </p:nvSpPr>
        <p:spPr>
          <a:xfrm>
            <a:off x="10233059" y="1199356"/>
            <a:ext cx="906018"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צד מורות</a:t>
            </a:r>
          </a:p>
        </p:txBody>
      </p:sp>
      <p:sp>
        <p:nvSpPr>
          <p:cNvPr id="23" name="מלבן 22">
            <a:extLst>
              <a:ext uri="{FF2B5EF4-FFF2-40B4-BE49-F238E27FC236}">
                <a16:creationId xmlns:a16="http://schemas.microsoft.com/office/drawing/2014/main" id="{384F41DF-960A-2766-B7D5-3E330E0D0736}"/>
              </a:ext>
            </a:extLst>
          </p:cNvPr>
          <p:cNvSpPr/>
          <p:nvPr/>
        </p:nvSpPr>
        <p:spPr>
          <a:xfrm>
            <a:off x="5936770" y="1226066"/>
            <a:ext cx="1132041"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צד תלמידות</a:t>
            </a:r>
          </a:p>
        </p:txBody>
      </p:sp>
      <p:sp>
        <p:nvSpPr>
          <p:cNvPr id="24" name="מלבן 23">
            <a:extLst>
              <a:ext uri="{FF2B5EF4-FFF2-40B4-BE49-F238E27FC236}">
                <a16:creationId xmlns:a16="http://schemas.microsoft.com/office/drawing/2014/main" id="{06D7706E-4422-2808-A1E8-22C828A08854}"/>
              </a:ext>
            </a:extLst>
          </p:cNvPr>
          <p:cNvSpPr/>
          <p:nvPr/>
        </p:nvSpPr>
        <p:spPr>
          <a:xfrm>
            <a:off x="1619263" y="1229207"/>
            <a:ext cx="1592103"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צד ניהולי - עתידני</a:t>
            </a:r>
          </a:p>
        </p:txBody>
      </p:sp>
      <p:sp>
        <p:nvSpPr>
          <p:cNvPr id="25" name="מלבן 24">
            <a:extLst>
              <a:ext uri="{FF2B5EF4-FFF2-40B4-BE49-F238E27FC236}">
                <a16:creationId xmlns:a16="http://schemas.microsoft.com/office/drawing/2014/main" id="{B4B5CE69-CD25-455D-B11D-61DE4AA46088}"/>
              </a:ext>
            </a:extLst>
          </p:cNvPr>
          <p:cNvSpPr/>
          <p:nvPr/>
        </p:nvSpPr>
        <p:spPr>
          <a:xfrm>
            <a:off x="10122291" y="1885361"/>
            <a:ext cx="1027523" cy="12066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7" name="מלבן 26">
            <a:extLst>
              <a:ext uri="{FF2B5EF4-FFF2-40B4-BE49-F238E27FC236}">
                <a16:creationId xmlns:a16="http://schemas.microsoft.com/office/drawing/2014/main" id="{12DB0C52-B78F-25CA-9C87-E37880CD430A}"/>
              </a:ext>
            </a:extLst>
          </p:cNvPr>
          <p:cNvSpPr/>
          <p:nvPr/>
        </p:nvSpPr>
        <p:spPr>
          <a:xfrm>
            <a:off x="10120197" y="3308807"/>
            <a:ext cx="1027523" cy="12066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cxnSp>
        <p:nvCxnSpPr>
          <p:cNvPr id="29" name="מחבר חץ ישר 28">
            <a:extLst>
              <a:ext uri="{FF2B5EF4-FFF2-40B4-BE49-F238E27FC236}">
                <a16:creationId xmlns:a16="http://schemas.microsoft.com/office/drawing/2014/main" id="{A5390356-98EA-0ACA-239C-A2D2B8701CEA}"/>
              </a:ext>
            </a:extLst>
          </p:cNvPr>
          <p:cNvCxnSpPr>
            <a:cxnSpLocks/>
          </p:cNvCxnSpPr>
          <p:nvPr/>
        </p:nvCxnSpPr>
        <p:spPr>
          <a:xfrm>
            <a:off x="10645479" y="1640265"/>
            <a:ext cx="0" cy="245096"/>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2" name="מלבן 31">
            <a:extLst>
              <a:ext uri="{FF2B5EF4-FFF2-40B4-BE49-F238E27FC236}">
                <a16:creationId xmlns:a16="http://schemas.microsoft.com/office/drawing/2014/main" id="{0542C143-EC34-1F4B-94E7-BF1E1AA1AB69}"/>
              </a:ext>
            </a:extLst>
          </p:cNvPr>
          <p:cNvSpPr/>
          <p:nvPr/>
        </p:nvSpPr>
        <p:spPr>
          <a:xfrm>
            <a:off x="10121437" y="1909875"/>
            <a:ext cx="1027523" cy="1200329"/>
          </a:xfrm>
          <a:prstGeom prst="rect">
            <a:avLst/>
          </a:prstGeom>
          <a:noFill/>
        </p:spPr>
        <p:txBody>
          <a:bodyPr wrap="square" lIns="91440" tIns="45720" rIns="91440" bIns="45720">
            <a:spAutoFit/>
          </a:bodyPr>
          <a:lstStyle/>
          <a:p>
            <a:pPr algn="ctr"/>
            <a:r>
              <a:rPr lang="he-IL" sz="1200" b="0" cap="none" spc="0" dirty="0">
                <a:ln w="0"/>
                <a:solidFill>
                  <a:schemeClr val="tx1"/>
                </a:solidFill>
                <a:effectLst>
                  <a:outerShdw blurRad="38100" dist="19050" dir="2700000" algn="tl" rotWithShape="0">
                    <a:schemeClr val="dk1">
                      <a:alpha val="40000"/>
                    </a:schemeClr>
                  </a:outerShdw>
                </a:effectLst>
              </a:rPr>
              <a:t>מצב כלל התלמידות (שבועי) + אפשרויות עדכון שבועיות </a:t>
            </a:r>
            <a:r>
              <a:rPr lang="he-IL" sz="1200" b="0" cap="none" spc="0" dirty="0" err="1">
                <a:ln w="0"/>
                <a:solidFill>
                  <a:schemeClr val="tx1"/>
                </a:solidFill>
                <a:effectLst>
                  <a:outerShdw blurRad="38100" dist="19050" dir="2700000" algn="tl" rotWithShape="0">
                    <a:schemeClr val="dk1">
                      <a:alpha val="40000"/>
                    </a:schemeClr>
                  </a:outerShdw>
                </a:effectLst>
              </a:rPr>
              <a:t>מהירןת</a:t>
            </a:r>
            <a:endParaRPr lang="he-IL" sz="1200" b="0" cap="none" spc="0" dirty="0">
              <a:ln w="0"/>
              <a:solidFill>
                <a:schemeClr val="tx1"/>
              </a:solidFill>
              <a:effectLst>
                <a:outerShdw blurRad="38100" dist="19050" dir="2700000" algn="tl" rotWithShape="0">
                  <a:schemeClr val="dk1">
                    <a:alpha val="40000"/>
                  </a:schemeClr>
                </a:outerShdw>
              </a:effectLst>
            </a:endParaRPr>
          </a:p>
        </p:txBody>
      </p:sp>
      <p:sp>
        <p:nvSpPr>
          <p:cNvPr id="33" name="מלבן 32">
            <a:extLst>
              <a:ext uri="{FF2B5EF4-FFF2-40B4-BE49-F238E27FC236}">
                <a16:creationId xmlns:a16="http://schemas.microsoft.com/office/drawing/2014/main" id="{CA4ECD22-A71E-AA58-B681-5AA875756124}"/>
              </a:ext>
            </a:extLst>
          </p:cNvPr>
          <p:cNvSpPr/>
          <p:nvPr/>
        </p:nvSpPr>
        <p:spPr>
          <a:xfrm>
            <a:off x="10120197" y="3373513"/>
            <a:ext cx="1027523" cy="1077218"/>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מצב תלמידה + אפשרויות עדכון</a:t>
            </a:r>
          </a:p>
        </p:txBody>
      </p:sp>
      <p:cxnSp>
        <p:nvCxnSpPr>
          <p:cNvPr id="34" name="מחבר חץ ישר 33">
            <a:extLst>
              <a:ext uri="{FF2B5EF4-FFF2-40B4-BE49-F238E27FC236}">
                <a16:creationId xmlns:a16="http://schemas.microsoft.com/office/drawing/2014/main" id="{4663F16F-A7AD-74DD-7E1F-55F6BEEEF1AD}"/>
              </a:ext>
            </a:extLst>
          </p:cNvPr>
          <p:cNvCxnSpPr>
            <a:cxnSpLocks/>
          </p:cNvCxnSpPr>
          <p:nvPr/>
        </p:nvCxnSpPr>
        <p:spPr>
          <a:xfrm>
            <a:off x="10645479" y="3091992"/>
            <a:ext cx="0" cy="245096"/>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5" name="מלבן 34">
            <a:extLst>
              <a:ext uri="{FF2B5EF4-FFF2-40B4-BE49-F238E27FC236}">
                <a16:creationId xmlns:a16="http://schemas.microsoft.com/office/drawing/2014/main" id="{A62736AC-E924-3B93-5CAB-4DAB1001EA39}"/>
              </a:ext>
            </a:extLst>
          </p:cNvPr>
          <p:cNvSpPr/>
          <p:nvPr/>
        </p:nvSpPr>
        <p:spPr>
          <a:xfrm>
            <a:off x="6058292" y="1885361"/>
            <a:ext cx="1027523" cy="1206631"/>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36" name="מלבן 35">
            <a:extLst>
              <a:ext uri="{FF2B5EF4-FFF2-40B4-BE49-F238E27FC236}">
                <a16:creationId xmlns:a16="http://schemas.microsoft.com/office/drawing/2014/main" id="{F7FFBCAD-B22C-0FD0-7802-41318B3BBF19}"/>
              </a:ext>
            </a:extLst>
          </p:cNvPr>
          <p:cNvSpPr/>
          <p:nvPr/>
        </p:nvSpPr>
        <p:spPr>
          <a:xfrm>
            <a:off x="6092594" y="2111605"/>
            <a:ext cx="1027523" cy="584775"/>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פרופיל אישי</a:t>
            </a:r>
          </a:p>
        </p:txBody>
      </p:sp>
      <p:sp>
        <p:nvSpPr>
          <p:cNvPr id="37" name="מלבן 36">
            <a:extLst>
              <a:ext uri="{FF2B5EF4-FFF2-40B4-BE49-F238E27FC236}">
                <a16:creationId xmlns:a16="http://schemas.microsoft.com/office/drawing/2014/main" id="{4106288C-DEE5-68D3-2B94-94150E761F21}"/>
              </a:ext>
            </a:extLst>
          </p:cNvPr>
          <p:cNvSpPr/>
          <p:nvPr/>
        </p:nvSpPr>
        <p:spPr>
          <a:xfrm>
            <a:off x="5539502" y="3336120"/>
            <a:ext cx="2228184" cy="900915"/>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39" name="מלבן 38">
            <a:extLst>
              <a:ext uri="{FF2B5EF4-FFF2-40B4-BE49-F238E27FC236}">
                <a16:creationId xmlns:a16="http://schemas.microsoft.com/office/drawing/2014/main" id="{50C5613F-6668-14F8-6E5C-99CD9540CBC1}"/>
              </a:ext>
            </a:extLst>
          </p:cNvPr>
          <p:cNvSpPr/>
          <p:nvPr/>
        </p:nvSpPr>
        <p:spPr>
          <a:xfrm>
            <a:off x="6139832" y="3561992"/>
            <a:ext cx="1027523" cy="338554"/>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הקיוסק</a:t>
            </a:r>
          </a:p>
        </p:txBody>
      </p:sp>
      <p:sp>
        <p:nvSpPr>
          <p:cNvPr id="40" name="מלבן 39">
            <a:extLst>
              <a:ext uri="{FF2B5EF4-FFF2-40B4-BE49-F238E27FC236}">
                <a16:creationId xmlns:a16="http://schemas.microsoft.com/office/drawing/2014/main" id="{8BBB2050-855A-D1CA-559C-18E2E2986122}"/>
              </a:ext>
            </a:extLst>
          </p:cNvPr>
          <p:cNvSpPr/>
          <p:nvPr/>
        </p:nvSpPr>
        <p:spPr>
          <a:xfrm>
            <a:off x="6749590" y="4432192"/>
            <a:ext cx="1027523" cy="1206631"/>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41" name="מלבן 40">
            <a:extLst>
              <a:ext uri="{FF2B5EF4-FFF2-40B4-BE49-F238E27FC236}">
                <a16:creationId xmlns:a16="http://schemas.microsoft.com/office/drawing/2014/main" id="{25CD0EA2-8D5F-1BE7-B6FD-D613C8EBFAA1}"/>
              </a:ext>
            </a:extLst>
          </p:cNvPr>
          <p:cNvSpPr/>
          <p:nvPr/>
        </p:nvSpPr>
        <p:spPr>
          <a:xfrm>
            <a:off x="6740162" y="4786507"/>
            <a:ext cx="1027523" cy="338554"/>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סל קניות</a:t>
            </a:r>
          </a:p>
        </p:txBody>
      </p:sp>
      <p:cxnSp>
        <p:nvCxnSpPr>
          <p:cNvPr id="42" name="מחבר חץ ישר 41">
            <a:extLst>
              <a:ext uri="{FF2B5EF4-FFF2-40B4-BE49-F238E27FC236}">
                <a16:creationId xmlns:a16="http://schemas.microsoft.com/office/drawing/2014/main" id="{94E94A2A-CCB7-4643-9C23-EB17D12BE3BB}"/>
              </a:ext>
            </a:extLst>
          </p:cNvPr>
          <p:cNvCxnSpPr>
            <a:cxnSpLocks/>
          </p:cNvCxnSpPr>
          <p:nvPr/>
        </p:nvCxnSpPr>
        <p:spPr>
          <a:xfrm>
            <a:off x="6396083" y="1537910"/>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3" name="מחבר חץ ישר 42">
            <a:extLst>
              <a:ext uri="{FF2B5EF4-FFF2-40B4-BE49-F238E27FC236}">
                <a16:creationId xmlns:a16="http://schemas.microsoft.com/office/drawing/2014/main" id="{CA941C30-7F41-4F85-D16F-7757AD16E673}"/>
              </a:ext>
            </a:extLst>
          </p:cNvPr>
          <p:cNvCxnSpPr>
            <a:cxnSpLocks/>
          </p:cNvCxnSpPr>
          <p:nvPr/>
        </p:nvCxnSpPr>
        <p:spPr>
          <a:xfrm>
            <a:off x="6488647" y="3030717"/>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4" name="מחבר חץ ישר 43">
            <a:extLst>
              <a:ext uri="{FF2B5EF4-FFF2-40B4-BE49-F238E27FC236}">
                <a16:creationId xmlns:a16="http://schemas.microsoft.com/office/drawing/2014/main" id="{1EDC9C5F-C2EC-51E3-6CE0-A14A74056AA7}"/>
              </a:ext>
            </a:extLst>
          </p:cNvPr>
          <p:cNvCxnSpPr>
            <a:cxnSpLocks/>
          </p:cNvCxnSpPr>
          <p:nvPr/>
        </p:nvCxnSpPr>
        <p:spPr>
          <a:xfrm>
            <a:off x="7253923" y="4147793"/>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5" name="מלבן 44">
            <a:extLst>
              <a:ext uri="{FF2B5EF4-FFF2-40B4-BE49-F238E27FC236}">
                <a16:creationId xmlns:a16="http://schemas.microsoft.com/office/drawing/2014/main" id="{856928BC-A507-9EC2-5BFF-32A277B8590C}"/>
              </a:ext>
            </a:extLst>
          </p:cNvPr>
          <p:cNvSpPr/>
          <p:nvPr/>
        </p:nvSpPr>
        <p:spPr>
          <a:xfrm>
            <a:off x="7021004" y="5830929"/>
            <a:ext cx="548326" cy="750979"/>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46" name="מלבן 45">
            <a:extLst>
              <a:ext uri="{FF2B5EF4-FFF2-40B4-BE49-F238E27FC236}">
                <a16:creationId xmlns:a16="http://schemas.microsoft.com/office/drawing/2014/main" id="{1C099335-6198-7211-2079-D5BD049955D7}"/>
              </a:ext>
            </a:extLst>
          </p:cNvPr>
          <p:cNvSpPr/>
          <p:nvPr/>
        </p:nvSpPr>
        <p:spPr>
          <a:xfrm>
            <a:off x="6792010" y="5909892"/>
            <a:ext cx="1027523" cy="584775"/>
          </a:xfrm>
          <a:prstGeom prst="rect">
            <a:avLst/>
          </a:prstGeom>
          <a:noFill/>
        </p:spPr>
        <p:txBody>
          <a:bodyPr wrap="square" lIns="91440" tIns="45720" rIns="91440" bIns="45720">
            <a:spAutoFit/>
          </a:bodyPr>
          <a:lstStyle/>
          <a:p>
            <a:pPr algn="ctr"/>
            <a:r>
              <a:rPr lang="he-IL" sz="1600" dirty="0">
                <a:ln w="0"/>
                <a:effectLst>
                  <a:outerShdw blurRad="38100" dist="19050" dir="2700000" algn="tl" rotWithShape="0">
                    <a:schemeClr val="dk1">
                      <a:alpha val="40000"/>
                    </a:schemeClr>
                  </a:outerShdw>
                </a:effectLst>
              </a:rPr>
              <a:t>אישור קניה</a:t>
            </a:r>
            <a:endParaRPr lang="he-IL" sz="1600" b="0" cap="none" spc="0" dirty="0">
              <a:ln w="0"/>
              <a:solidFill>
                <a:schemeClr val="tx1"/>
              </a:solidFill>
              <a:effectLst>
                <a:outerShdw blurRad="38100" dist="19050" dir="2700000" algn="tl" rotWithShape="0">
                  <a:schemeClr val="dk1">
                    <a:alpha val="40000"/>
                  </a:schemeClr>
                </a:outerShdw>
              </a:effectLst>
            </a:endParaRPr>
          </a:p>
        </p:txBody>
      </p:sp>
      <p:cxnSp>
        <p:nvCxnSpPr>
          <p:cNvPr id="47" name="מחבר חץ ישר 46">
            <a:extLst>
              <a:ext uri="{FF2B5EF4-FFF2-40B4-BE49-F238E27FC236}">
                <a16:creationId xmlns:a16="http://schemas.microsoft.com/office/drawing/2014/main" id="{8E858565-EF14-35EC-210A-0D7AB1B7CBB1}"/>
              </a:ext>
            </a:extLst>
          </p:cNvPr>
          <p:cNvCxnSpPr>
            <a:cxnSpLocks/>
          </p:cNvCxnSpPr>
          <p:nvPr/>
        </p:nvCxnSpPr>
        <p:spPr>
          <a:xfrm>
            <a:off x="7253923" y="5542247"/>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מלבן 47">
            <a:extLst>
              <a:ext uri="{FF2B5EF4-FFF2-40B4-BE49-F238E27FC236}">
                <a16:creationId xmlns:a16="http://schemas.microsoft.com/office/drawing/2014/main" id="{7A8ED8DB-3D31-88A9-14BA-0D4DD06F5825}"/>
              </a:ext>
            </a:extLst>
          </p:cNvPr>
          <p:cNvSpPr/>
          <p:nvPr/>
        </p:nvSpPr>
        <p:spPr>
          <a:xfrm>
            <a:off x="5544530" y="4438995"/>
            <a:ext cx="1027523" cy="1206631"/>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49" name="מלבן 48">
            <a:extLst>
              <a:ext uri="{FF2B5EF4-FFF2-40B4-BE49-F238E27FC236}">
                <a16:creationId xmlns:a16="http://schemas.microsoft.com/office/drawing/2014/main" id="{F4C1AD0E-B008-A96E-7756-3558B867F6AE}"/>
              </a:ext>
            </a:extLst>
          </p:cNvPr>
          <p:cNvSpPr/>
          <p:nvPr/>
        </p:nvSpPr>
        <p:spPr>
          <a:xfrm>
            <a:off x="5498574" y="4786507"/>
            <a:ext cx="1027523" cy="338554"/>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פרטי מוצר</a:t>
            </a:r>
          </a:p>
        </p:txBody>
      </p:sp>
      <p:cxnSp>
        <p:nvCxnSpPr>
          <p:cNvPr id="50" name="מחבר חץ ישר 49">
            <a:extLst>
              <a:ext uri="{FF2B5EF4-FFF2-40B4-BE49-F238E27FC236}">
                <a16:creationId xmlns:a16="http://schemas.microsoft.com/office/drawing/2014/main" id="{CF61C0CF-B120-62A4-F721-5D5BD121ED37}"/>
              </a:ext>
            </a:extLst>
          </p:cNvPr>
          <p:cNvCxnSpPr>
            <a:cxnSpLocks/>
          </p:cNvCxnSpPr>
          <p:nvPr/>
        </p:nvCxnSpPr>
        <p:spPr>
          <a:xfrm>
            <a:off x="5952479" y="4147793"/>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1" name="מחבר חץ ישר 50">
            <a:extLst>
              <a:ext uri="{FF2B5EF4-FFF2-40B4-BE49-F238E27FC236}">
                <a16:creationId xmlns:a16="http://schemas.microsoft.com/office/drawing/2014/main" id="{D50B463C-4591-1308-B1AF-43C5AB0E49C3}"/>
              </a:ext>
            </a:extLst>
          </p:cNvPr>
          <p:cNvCxnSpPr>
            <a:cxnSpLocks/>
            <a:stCxn id="48" idx="3"/>
            <a:endCxn id="40" idx="1"/>
          </p:cNvCxnSpPr>
          <p:nvPr/>
        </p:nvCxnSpPr>
        <p:spPr>
          <a:xfrm flipV="1">
            <a:off x="6572053" y="5035508"/>
            <a:ext cx="177537" cy="6803"/>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 name="מלבן 3">
            <a:extLst>
              <a:ext uri="{FF2B5EF4-FFF2-40B4-BE49-F238E27FC236}">
                <a16:creationId xmlns:a16="http://schemas.microsoft.com/office/drawing/2014/main" id="{51EF4D5A-071A-A90B-5E17-C879DE8B796F}"/>
              </a:ext>
            </a:extLst>
          </p:cNvPr>
          <p:cNvSpPr/>
          <p:nvPr/>
        </p:nvSpPr>
        <p:spPr>
          <a:xfrm>
            <a:off x="10615302" y="4675542"/>
            <a:ext cx="607367" cy="773152"/>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11" name="מלבן 10">
            <a:extLst>
              <a:ext uri="{FF2B5EF4-FFF2-40B4-BE49-F238E27FC236}">
                <a16:creationId xmlns:a16="http://schemas.microsoft.com/office/drawing/2014/main" id="{26EB523D-539F-4DBE-3155-F6D3CF486E8B}"/>
              </a:ext>
            </a:extLst>
          </p:cNvPr>
          <p:cNvSpPr/>
          <p:nvPr/>
        </p:nvSpPr>
        <p:spPr>
          <a:xfrm>
            <a:off x="11336848" y="4675542"/>
            <a:ext cx="607367" cy="773152"/>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8" name="מלבן 7">
            <a:extLst>
              <a:ext uri="{FF2B5EF4-FFF2-40B4-BE49-F238E27FC236}">
                <a16:creationId xmlns:a16="http://schemas.microsoft.com/office/drawing/2014/main" id="{3550F8B5-3958-C298-4152-1A376A9ABADE}"/>
              </a:ext>
            </a:extLst>
          </p:cNvPr>
          <p:cNvSpPr/>
          <p:nvPr/>
        </p:nvSpPr>
        <p:spPr>
          <a:xfrm>
            <a:off x="11250333" y="4626811"/>
            <a:ext cx="855872" cy="830997"/>
          </a:xfrm>
          <a:prstGeom prst="rect">
            <a:avLst/>
          </a:prstGeom>
          <a:noFill/>
        </p:spPr>
        <p:txBody>
          <a:bodyPr wrap="square" lIns="91440" tIns="45720" rIns="91440" bIns="45720">
            <a:spAutoFit/>
          </a:bodyPr>
          <a:lstStyle/>
          <a:p>
            <a:pPr algn="ctr"/>
            <a:r>
              <a:rPr lang="he-IL" sz="1200" b="0" cap="none" spc="0" dirty="0">
                <a:ln w="0"/>
                <a:solidFill>
                  <a:schemeClr val="tx1"/>
                </a:solidFill>
                <a:effectLst>
                  <a:outerShdw blurRad="38100" dist="19050" dir="2700000" algn="tl" rotWithShape="0">
                    <a:schemeClr val="dk1">
                      <a:alpha val="40000"/>
                    </a:schemeClr>
                  </a:outerShdw>
                </a:effectLst>
              </a:rPr>
              <a:t>עדכון מספר נקודות שבועי</a:t>
            </a:r>
          </a:p>
        </p:txBody>
      </p:sp>
      <p:sp>
        <p:nvSpPr>
          <p:cNvPr id="12" name="מלבן 11">
            <a:extLst>
              <a:ext uri="{FF2B5EF4-FFF2-40B4-BE49-F238E27FC236}">
                <a16:creationId xmlns:a16="http://schemas.microsoft.com/office/drawing/2014/main" id="{E66F68F3-D7E0-5611-D666-B5ACD7D77B52}"/>
              </a:ext>
            </a:extLst>
          </p:cNvPr>
          <p:cNvSpPr/>
          <p:nvPr/>
        </p:nvSpPr>
        <p:spPr>
          <a:xfrm>
            <a:off x="10491749" y="4617697"/>
            <a:ext cx="855872" cy="830997"/>
          </a:xfrm>
          <a:prstGeom prst="rect">
            <a:avLst/>
          </a:prstGeom>
          <a:noFill/>
        </p:spPr>
        <p:txBody>
          <a:bodyPr wrap="square" lIns="91440" tIns="45720" rIns="91440" bIns="45720">
            <a:spAutoFit/>
          </a:bodyPr>
          <a:lstStyle/>
          <a:p>
            <a:pPr algn="ctr"/>
            <a:r>
              <a:rPr lang="he-IL" sz="1200" b="0" cap="none" spc="0" dirty="0">
                <a:ln w="0"/>
                <a:solidFill>
                  <a:schemeClr val="tx1"/>
                </a:solidFill>
                <a:effectLst>
                  <a:outerShdw blurRad="38100" dist="19050" dir="2700000" algn="tl" rotWithShape="0">
                    <a:schemeClr val="dk1">
                      <a:alpha val="40000"/>
                    </a:schemeClr>
                  </a:outerShdw>
                </a:effectLst>
              </a:rPr>
              <a:t>עדכון אישור שובר או ביטולו</a:t>
            </a:r>
          </a:p>
        </p:txBody>
      </p:sp>
      <p:cxnSp>
        <p:nvCxnSpPr>
          <p:cNvPr id="13" name="מחבר חץ ישר 12">
            <a:extLst>
              <a:ext uri="{FF2B5EF4-FFF2-40B4-BE49-F238E27FC236}">
                <a16:creationId xmlns:a16="http://schemas.microsoft.com/office/drawing/2014/main" id="{3E2827CF-FAF1-31D3-8DFF-7EEF1F1589F6}"/>
              </a:ext>
            </a:extLst>
          </p:cNvPr>
          <p:cNvCxnSpPr>
            <a:cxnSpLocks/>
          </p:cNvCxnSpPr>
          <p:nvPr/>
        </p:nvCxnSpPr>
        <p:spPr>
          <a:xfrm>
            <a:off x="10769729" y="4487157"/>
            <a:ext cx="0" cy="188384"/>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מחבר חץ ישר 13">
            <a:extLst>
              <a:ext uri="{FF2B5EF4-FFF2-40B4-BE49-F238E27FC236}">
                <a16:creationId xmlns:a16="http://schemas.microsoft.com/office/drawing/2014/main" id="{DA55897D-0E3E-5587-C6A9-CDED88F8A0AB}"/>
              </a:ext>
            </a:extLst>
          </p:cNvPr>
          <p:cNvCxnSpPr>
            <a:cxnSpLocks/>
          </p:cNvCxnSpPr>
          <p:nvPr/>
        </p:nvCxnSpPr>
        <p:spPr>
          <a:xfrm>
            <a:off x="11021501" y="4529578"/>
            <a:ext cx="507033" cy="145963"/>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מלבן 16">
            <a:extLst>
              <a:ext uri="{FF2B5EF4-FFF2-40B4-BE49-F238E27FC236}">
                <a16:creationId xmlns:a16="http://schemas.microsoft.com/office/drawing/2014/main" id="{F3655F1B-2B88-56D9-B6CC-2479172768FD}"/>
              </a:ext>
            </a:extLst>
          </p:cNvPr>
          <p:cNvSpPr/>
          <p:nvPr/>
        </p:nvSpPr>
        <p:spPr>
          <a:xfrm>
            <a:off x="9855328" y="4667547"/>
            <a:ext cx="607367" cy="781148"/>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21" name="מלבן 20">
            <a:extLst>
              <a:ext uri="{FF2B5EF4-FFF2-40B4-BE49-F238E27FC236}">
                <a16:creationId xmlns:a16="http://schemas.microsoft.com/office/drawing/2014/main" id="{BF471252-BA02-AD73-5409-084635F5BEF2}"/>
              </a:ext>
            </a:extLst>
          </p:cNvPr>
          <p:cNvSpPr/>
          <p:nvPr/>
        </p:nvSpPr>
        <p:spPr>
          <a:xfrm>
            <a:off x="9750052" y="4704603"/>
            <a:ext cx="850723" cy="646331"/>
          </a:xfrm>
          <a:prstGeom prst="rect">
            <a:avLst/>
          </a:prstGeom>
          <a:noFill/>
        </p:spPr>
        <p:txBody>
          <a:bodyPr wrap="square" lIns="91440" tIns="45720" rIns="91440" bIns="45720">
            <a:spAutoFit/>
          </a:bodyPr>
          <a:lstStyle/>
          <a:p>
            <a:pPr algn="ctr"/>
            <a:r>
              <a:rPr lang="he-IL" sz="1200" b="0" cap="none" spc="0" dirty="0">
                <a:ln w="0"/>
                <a:solidFill>
                  <a:schemeClr val="tx1"/>
                </a:solidFill>
                <a:effectLst>
                  <a:outerShdw blurRad="38100" dist="19050" dir="2700000" algn="tl" rotWithShape="0">
                    <a:schemeClr val="dk1">
                      <a:alpha val="40000"/>
                    </a:schemeClr>
                  </a:outerShdw>
                </a:effectLst>
              </a:rPr>
              <a:t>הוספת הערה לתלמידה </a:t>
            </a:r>
          </a:p>
        </p:txBody>
      </p:sp>
      <p:cxnSp>
        <p:nvCxnSpPr>
          <p:cNvPr id="26" name="מחבר חץ ישר 25">
            <a:extLst>
              <a:ext uri="{FF2B5EF4-FFF2-40B4-BE49-F238E27FC236}">
                <a16:creationId xmlns:a16="http://schemas.microsoft.com/office/drawing/2014/main" id="{4D472921-A6C0-E139-3991-D45F45AB9D5E}"/>
              </a:ext>
            </a:extLst>
          </p:cNvPr>
          <p:cNvCxnSpPr>
            <a:cxnSpLocks/>
            <a:endCxn id="17" idx="0"/>
          </p:cNvCxnSpPr>
          <p:nvPr/>
        </p:nvCxnSpPr>
        <p:spPr>
          <a:xfrm flipH="1">
            <a:off x="10159012" y="4515437"/>
            <a:ext cx="174996" cy="15211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 name="מחבר חץ ישר 1">
            <a:extLst>
              <a:ext uri="{FF2B5EF4-FFF2-40B4-BE49-F238E27FC236}">
                <a16:creationId xmlns:a16="http://schemas.microsoft.com/office/drawing/2014/main" id="{0821E5F6-9D8B-E692-5C25-307B8CB7DB33}"/>
              </a:ext>
            </a:extLst>
          </p:cNvPr>
          <p:cNvCxnSpPr>
            <a:cxnSpLocks/>
          </p:cNvCxnSpPr>
          <p:nvPr/>
        </p:nvCxnSpPr>
        <p:spPr>
          <a:xfrm>
            <a:off x="10414134" y="3083995"/>
            <a:ext cx="269413" cy="1591546"/>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 name="מחבר חץ ישר 2">
            <a:extLst>
              <a:ext uri="{FF2B5EF4-FFF2-40B4-BE49-F238E27FC236}">
                <a16:creationId xmlns:a16="http://schemas.microsoft.com/office/drawing/2014/main" id="{2E62C2B8-DB59-57F3-1701-2BC462BC1517}"/>
              </a:ext>
            </a:extLst>
          </p:cNvPr>
          <p:cNvCxnSpPr>
            <a:cxnSpLocks/>
            <a:endCxn id="11" idx="0"/>
          </p:cNvCxnSpPr>
          <p:nvPr/>
        </p:nvCxnSpPr>
        <p:spPr>
          <a:xfrm>
            <a:off x="10860134" y="3063710"/>
            <a:ext cx="780398" cy="1611832"/>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6" name="מלבן 55">
            <a:extLst>
              <a:ext uri="{FF2B5EF4-FFF2-40B4-BE49-F238E27FC236}">
                <a16:creationId xmlns:a16="http://schemas.microsoft.com/office/drawing/2014/main" id="{D1B3642A-B34A-7EAA-7259-2806B1671E9D}"/>
              </a:ext>
            </a:extLst>
          </p:cNvPr>
          <p:cNvSpPr/>
          <p:nvPr/>
        </p:nvSpPr>
        <p:spPr>
          <a:xfrm>
            <a:off x="8800977" y="3123417"/>
            <a:ext cx="1027523" cy="4673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58" name="מלבן 57">
            <a:extLst>
              <a:ext uri="{FF2B5EF4-FFF2-40B4-BE49-F238E27FC236}">
                <a16:creationId xmlns:a16="http://schemas.microsoft.com/office/drawing/2014/main" id="{8B8C23A1-CBA6-F5A9-628A-6E79B44FD1CD}"/>
              </a:ext>
            </a:extLst>
          </p:cNvPr>
          <p:cNvSpPr/>
          <p:nvPr/>
        </p:nvSpPr>
        <p:spPr>
          <a:xfrm>
            <a:off x="8799857" y="3695081"/>
            <a:ext cx="1027523" cy="4673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59" name="מלבן 58">
            <a:extLst>
              <a:ext uri="{FF2B5EF4-FFF2-40B4-BE49-F238E27FC236}">
                <a16:creationId xmlns:a16="http://schemas.microsoft.com/office/drawing/2014/main" id="{0073B0F3-13E2-E5A3-6959-15482DF2D3DA}"/>
              </a:ext>
            </a:extLst>
          </p:cNvPr>
          <p:cNvSpPr/>
          <p:nvPr/>
        </p:nvSpPr>
        <p:spPr>
          <a:xfrm>
            <a:off x="8799856" y="4255494"/>
            <a:ext cx="1027523" cy="4673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cxnSp>
        <p:nvCxnSpPr>
          <p:cNvPr id="60" name="מחבר חץ ישר 59">
            <a:extLst>
              <a:ext uri="{FF2B5EF4-FFF2-40B4-BE49-F238E27FC236}">
                <a16:creationId xmlns:a16="http://schemas.microsoft.com/office/drawing/2014/main" id="{BBAA92BC-4AD1-9A7A-102B-E76B90A69533}"/>
              </a:ext>
            </a:extLst>
          </p:cNvPr>
          <p:cNvCxnSpPr>
            <a:cxnSpLocks/>
            <a:stCxn id="56" idx="3"/>
            <a:endCxn id="33" idx="1"/>
          </p:cNvCxnSpPr>
          <p:nvPr/>
        </p:nvCxnSpPr>
        <p:spPr>
          <a:xfrm>
            <a:off x="9828500" y="3357083"/>
            <a:ext cx="291697" cy="55503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1" name="מחבר חץ ישר 60">
            <a:extLst>
              <a:ext uri="{FF2B5EF4-FFF2-40B4-BE49-F238E27FC236}">
                <a16:creationId xmlns:a16="http://schemas.microsoft.com/office/drawing/2014/main" id="{8C157359-7515-C7B4-CF6B-51F0AA255B4F}"/>
              </a:ext>
            </a:extLst>
          </p:cNvPr>
          <p:cNvCxnSpPr>
            <a:cxnSpLocks/>
            <a:stCxn id="58" idx="3"/>
            <a:endCxn id="33" idx="1"/>
          </p:cNvCxnSpPr>
          <p:nvPr/>
        </p:nvCxnSpPr>
        <p:spPr>
          <a:xfrm flipV="1">
            <a:off x="9827380" y="3912122"/>
            <a:ext cx="292817" cy="1662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2" name="מחבר חץ ישר 61">
            <a:extLst>
              <a:ext uri="{FF2B5EF4-FFF2-40B4-BE49-F238E27FC236}">
                <a16:creationId xmlns:a16="http://schemas.microsoft.com/office/drawing/2014/main" id="{C2D46632-88A9-0C53-EDBD-4CDF1921A3D0}"/>
              </a:ext>
            </a:extLst>
          </p:cNvPr>
          <p:cNvCxnSpPr>
            <a:cxnSpLocks/>
            <a:stCxn id="59" idx="3"/>
            <a:endCxn id="33" idx="1"/>
          </p:cNvCxnSpPr>
          <p:nvPr/>
        </p:nvCxnSpPr>
        <p:spPr>
          <a:xfrm flipV="1">
            <a:off x="9827379" y="3912122"/>
            <a:ext cx="292818" cy="577038"/>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9" name="מלבן 68">
            <a:extLst>
              <a:ext uri="{FF2B5EF4-FFF2-40B4-BE49-F238E27FC236}">
                <a16:creationId xmlns:a16="http://schemas.microsoft.com/office/drawing/2014/main" id="{DBA0BEB1-65FC-E291-A047-D355680595A7}"/>
              </a:ext>
            </a:extLst>
          </p:cNvPr>
          <p:cNvSpPr/>
          <p:nvPr/>
        </p:nvSpPr>
        <p:spPr>
          <a:xfrm>
            <a:off x="8810191" y="4281454"/>
            <a:ext cx="984565"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סינון שנתי</a:t>
            </a:r>
          </a:p>
        </p:txBody>
      </p:sp>
      <p:sp>
        <p:nvSpPr>
          <p:cNvPr id="70" name="מלבן 69">
            <a:extLst>
              <a:ext uri="{FF2B5EF4-FFF2-40B4-BE49-F238E27FC236}">
                <a16:creationId xmlns:a16="http://schemas.microsoft.com/office/drawing/2014/main" id="{C9882102-6B58-B69E-E058-AA88A5100BF2}"/>
              </a:ext>
            </a:extLst>
          </p:cNvPr>
          <p:cNvSpPr/>
          <p:nvPr/>
        </p:nvSpPr>
        <p:spPr>
          <a:xfrm>
            <a:off x="8682364" y="3730559"/>
            <a:ext cx="1234633"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סינון תקופתי </a:t>
            </a:r>
          </a:p>
        </p:txBody>
      </p:sp>
      <p:sp>
        <p:nvSpPr>
          <p:cNvPr id="71" name="מלבן 70">
            <a:extLst>
              <a:ext uri="{FF2B5EF4-FFF2-40B4-BE49-F238E27FC236}">
                <a16:creationId xmlns:a16="http://schemas.microsoft.com/office/drawing/2014/main" id="{E8EDD54D-C96A-BA8E-7994-AC06E6A39CBF}"/>
              </a:ext>
            </a:extLst>
          </p:cNvPr>
          <p:cNvSpPr/>
          <p:nvPr/>
        </p:nvSpPr>
        <p:spPr>
          <a:xfrm>
            <a:off x="8804344" y="3187805"/>
            <a:ext cx="1051891" cy="338554"/>
          </a:xfrm>
          <a:prstGeom prst="rect">
            <a:avLst/>
          </a:prstGeom>
          <a:noFill/>
        </p:spPr>
        <p:txBody>
          <a:bodyPr wrap="none" lIns="91440" tIns="45720" rIns="91440" bIns="45720">
            <a:spAutoFit/>
          </a:bodyPr>
          <a:lstStyle/>
          <a:p>
            <a:pPr algn="ctr"/>
            <a:r>
              <a:rPr lang="he-IL" sz="1600" dirty="0">
                <a:ln w="0"/>
                <a:effectLst>
                  <a:outerShdw blurRad="38100" dist="19050" dir="2700000" algn="tl" rotWithShape="0">
                    <a:schemeClr val="dk1">
                      <a:alpha val="40000"/>
                    </a:schemeClr>
                  </a:outerShdw>
                </a:effectLst>
              </a:rPr>
              <a:t>סינון שבועי</a:t>
            </a:r>
            <a:endParaRPr lang="he-IL" sz="1600" b="0" cap="none" spc="0" dirty="0">
              <a:ln w="0"/>
              <a:solidFill>
                <a:schemeClr val="tx1"/>
              </a:solidFill>
              <a:effectLst>
                <a:outerShdw blurRad="38100" dist="19050" dir="2700000" algn="tl" rotWithShape="0">
                  <a:schemeClr val="dk1">
                    <a:alpha val="40000"/>
                  </a:schemeClr>
                </a:outerShdw>
              </a:effectLst>
            </a:endParaRPr>
          </a:p>
        </p:txBody>
      </p:sp>
      <p:sp>
        <p:nvSpPr>
          <p:cNvPr id="75" name="מלבן 74">
            <a:extLst>
              <a:ext uri="{FF2B5EF4-FFF2-40B4-BE49-F238E27FC236}">
                <a16:creationId xmlns:a16="http://schemas.microsoft.com/office/drawing/2014/main" id="{24EF3DD8-A0E4-8811-1A47-7EFE358690D3}"/>
              </a:ext>
            </a:extLst>
          </p:cNvPr>
          <p:cNvSpPr/>
          <p:nvPr/>
        </p:nvSpPr>
        <p:spPr>
          <a:xfrm>
            <a:off x="9844970" y="5570689"/>
            <a:ext cx="1027523" cy="12066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76" name="מלבן 75">
            <a:extLst>
              <a:ext uri="{FF2B5EF4-FFF2-40B4-BE49-F238E27FC236}">
                <a16:creationId xmlns:a16="http://schemas.microsoft.com/office/drawing/2014/main" id="{1789993C-B4E0-6B58-A25D-0E2130D20025}"/>
              </a:ext>
            </a:extLst>
          </p:cNvPr>
          <p:cNvSpPr/>
          <p:nvPr/>
        </p:nvSpPr>
        <p:spPr>
          <a:xfrm>
            <a:off x="11021501" y="5565095"/>
            <a:ext cx="1027523" cy="12066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77" name="מלבן 76">
            <a:extLst>
              <a:ext uri="{FF2B5EF4-FFF2-40B4-BE49-F238E27FC236}">
                <a16:creationId xmlns:a16="http://schemas.microsoft.com/office/drawing/2014/main" id="{B01C46E6-CD4A-7CE4-EC1D-F4E3561B6EA0}"/>
              </a:ext>
            </a:extLst>
          </p:cNvPr>
          <p:cNvSpPr/>
          <p:nvPr/>
        </p:nvSpPr>
        <p:spPr>
          <a:xfrm>
            <a:off x="9881013" y="5941853"/>
            <a:ext cx="930063" cy="338554"/>
          </a:xfrm>
          <a:prstGeom prst="rect">
            <a:avLst/>
          </a:prstGeom>
          <a:noFill/>
        </p:spPr>
        <p:txBody>
          <a:bodyPr wrap="none" lIns="91440" tIns="45720" rIns="91440" bIns="45720">
            <a:spAutoFit/>
          </a:bodyPr>
          <a:lstStyle/>
          <a:p>
            <a:pPr algn="ctr"/>
            <a:r>
              <a:rPr lang="he-IL" sz="1600" dirty="0">
                <a:ln w="0"/>
                <a:effectLst>
                  <a:outerShdw blurRad="38100" dist="19050" dir="2700000" algn="tl" rotWithShape="0">
                    <a:schemeClr val="dk1">
                      <a:alpha val="40000"/>
                    </a:schemeClr>
                  </a:outerShdw>
                </a:effectLst>
              </a:rPr>
              <a:t>היסטוריה</a:t>
            </a:r>
            <a:endParaRPr lang="he-IL" sz="1600" b="0" cap="none" spc="0" dirty="0">
              <a:ln w="0"/>
              <a:solidFill>
                <a:schemeClr val="tx1"/>
              </a:solidFill>
              <a:effectLst>
                <a:outerShdw blurRad="38100" dist="19050" dir="2700000" algn="tl" rotWithShape="0">
                  <a:schemeClr val="dk1">
                    <a:alpha val="40000"/>
                  </a:schemeClr>
                </a:outerShdw>
              </a:effectLst>
            </a:endParaRPr>
          </a:p>
        </p:txBody>
      </p:sp>
      <p:sp>
        <p:nvSpPr>
          <p:cNvPr id="78" name="מלבן 77">
            <a:extLst>
              <a:ext uri="{FF2B5EF4-FFF2-40B4-BE49-F238E27FC236}">
                <a16:creationId xmlns:a16="http://schemas.microsoft.com/office/drawing/2014/main" id="{AD12C710-17C6-958B-9592-3A0D3C1BD423}"/>
              </a:ext>
            </a:extLst>
          </p:cNvPr>
          <p:cNvSpPr/>
          <p:nvPr/>
        </p:nvSpPr>
        <p:spPr>
          <a:xfrm>
            <a:off x="11206486" y="5943850"/>
            <a:ext cx="657552"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גרפים</a:t>
            </a:r>
          </a:p>
        </p:txBody>
      </p:sp>
      <p:cxnSp>
        <p:nvCxnSpPr>
          <p:cNvPr id="79" name="מחבר חץ ישר 78">
            <a:extLst>
              <a:ext uri="{FF2B5EF4-FFF2-40B4-BE49-F238E27FC236}">
                <a16:creationId xmlns:a16="http://schemas.microsoft.com/office/drawing/2014/main" id="{3C79DE92-D7DF-1196-8D2C-DB365E3C0819}"/>
              </a:ext>
            </a:extLst>
          </p:cNvPr>
          <p:cNvCxnSpPr>
            <a:cxnSpLocks/>
          </p:cNvCxnSpPr>
          <p:nvPr/>
        </p:nvCxnSpPr>
        <p:spPr>
          <a:xfrm>
            <a:off x="10698144" y="4529578"/>
            <a:ext cx="677141" cy="102137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0" name="מחבר חץ ישר 79">
            <a:extLst>
              <a:ext uri="{FF2B5EF4-FFF2-40B4-BE49-F238E27FC236}">
                <a16:creationId xmlns:a16="http://schemas.microsoft.com/office/drawing/2014/main" id="{195B2AE3-B938-6807-F9DC-4B9DAA998534}"/>
              </a:ext>
            </a:extLst>
          </p:cNvPr>
          <p:cNvCxnSpPr>
            <a:cxnSpLocks/>
            <a:stCxn id="32" idx="2"/>
            <a:endCxn id="76" idx="0"/>
          </p:cNvCxnSpPr>
          <p:nvPr/>
        </p:nvCxnSpPr>
        <p:spPr>
          <a:xfrm>
            <a:off x="10635199" y="3110204"/>
            <a:ext cx="900064" cy="2454891"/>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5" name="מחבר חץ ישר 84">
            <a:extLst>
              <a:ext uri="{FF2B5EF4-FFF2-40B4-BE49-F238E27FC236}">
                <a16:creationId xmlns:a16="http://schemas.microsoft.com/office/drawing/2014/main" id="{4753EF98-0315-F602-F5C1-8ECABBC53197}"/>
              </a:ext>
            </a:extLst>
          </p:cNvPr>
          <p:cNvCxnSpPr>
            <a:cxnSpLocks/>
            <a:endCxn id="75" idx="0"/>
          </p:cNvCxnSpPr>
          <p:nvPr/>
        </p:nvCxnSpPr>
        <p:spPr>
          <a:xfrm flipH="1">
            <a:off x="10358732" y="4539245"/>
            <a:ext cx="332559" cy="1031444"/>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8" name="מלבן 87">
            <a:extLst>
              <a:ext uri="{FF2B5EF4-FFF2-40B4-BE49-F238E27FC236}">
                <a16:creationId xmlns:a16="http://schemas.microsoft.com/office/drawing/2014/main" id="{5769C063-C4C1-D71E-A18D-7E73CBCD43FF}"/>
              </a:ext>
            </a:extLst>
          </p:cNvPr>
          <p:cNvSpPr/>
          <p:nvPr/>
        </p:nvSpPr>
        <p:spPr>
          <a:xfrm>
            <a:off x="3930978" y="58646"/>
            <a:ext cx="4958498" cy="271291"/>
          </a:xfrm>
          <a:prstGeom prst="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89" name="מלבן 88">
            <a:extLst>
              <a:ext uri="{FF2B5EF4-FFF2-40B4-BE49-F238E27FC236}">
                <a16:creationId xmlns:a16="http://schemas.microsoft.com/office/drawing/2014/main" id="{DB259ED9-A1C1-781B-A951-7F5C79A56E4D}"/>
              </a:ext>
            </a:extLst>
          </p:cNvPr>
          <p:cNvSpPr/>
          <p:nvPr/>
        </p:nvSpPr>
        <p:spPr>
          <a:xfrm>
            <a:off x="6017254" y="20334"/>
            <a:ext cx="880370"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דף הבית</a:t>
            </a:r>
          </a:p>
        </p:txBody>
      </p:sp>
      <p:cxnSp>
        <p:nvCxnSpPr>
          <p:cNvPr id="90" name="מחבר חץ ישר 89">
            <a:extLst>
              <a:ext uri="{FF2B5EF4-FFF2-40B4-BE49-F238E27FC236}">
                <a16:creationId xmlns:a16="http://schemas.microsoft.com/office/drawing/2014/main" id="{383BAE4E-031E-07F0-62D1-3869C0E83475}"/>
              </a:ext>
            </a:extLst>
          </p:cNvPr>
          <p:cNvCxnSpPr>
            <a:cxnSpLocks/>
          </p:cNvCxnSpPr>
          <p:nvPr/>
        </p:nvCxnSpPr>
        <p:spPr>
          <a:xfrm>
            <a:off x="6391371" y="292229"/>
            <a:ext cx="0" cy="200587"/>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532432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תמונה 3">
            <a:extLst>
              <a:ext uri="{FF2B5EF4-FFF2-40B4-BE49-F238E27FC236}">
                <a16:creationId xmlns:a16="http://schemas.microsoft.com/office/drawing/2014/main" id="{4F9EF8B7-6A9F-B447-B80C-15D9F1A2BB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873558"/>
            <a:ext cx="3656804" cy="3899767"/>
          </a:xfrm>
          <a:prstGeom prst="rect">
            <a:avLst/>
          </a:prstGeom>
        </p:spPr>
      </p:pic>
      <p:sp>
        <p:nvSpPr>
          <p:cNvPr id="7" name="כותרת 1">
            <a:extLst>
              <a:ext uri="{FF2B5EF4-FFF2-40B4-BE49-F238E27FC236}">
                <a16:creationId xmlns:a16="http://schemas.microsoft.com/office/drawing/2014/main" id="{2DE4E65B-E66F-980F-68B8-B3EF13164A74}"/>
              </a:ext>
            </a:extLst>
          </p:cNvPr>
          <p:cNvSpPr txBox="1">
            <a:spLocks/>
          </p:cNvSpPr>
          <p:nvPr/>
        </p:nvSpPr>
        <p:spPr>
          <a:xfrm>
            <a:off x="838200" y="2429595"/>
            <a:ext cx="10515600" cy="1325563"/>
          </a:xfrm>
          <a:prstGeom prst="rect">
            <a:avLst/>
          </a:prstGeom>
        </p:spPr>
        <p:txBody>
          <a:bodyPr vert="horz" lIns="91440" tIns="45720" rIns="91440" bIns="45720" rtlCol="1" anchor="ctr">
            <a:normAutofit/>
          </a:bodyPr>
          <a:lstStyle>
            <a:lvl1pPr algn="r" defTabSz="914400" rtl="1"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7200" b="1"/>
              <a:t>Thank you! </a:t>
            </a:r>
            <a:endParaRPr lang="he-IL" sz="7200" b="1" dirty="0"/>
          </a:p>
        </p:txBody>
      </p:sp>
      <p:sp>
        <p:nvSpPr>
          <p:cNvPr id="8" name="מלבן 7">
            <a:extLst>
              <a:ext uri="{FF2B5EF4-FFF2-40B4-BE49-F238E27FC236}">
                <a16:creationId xmlns:a16="http://schemas.microsoft.com/office/drawing/2014/main" id="{A56E48FE-7820-D19B-A634-DCCBAB70C97D}"/>
              </a:ext>
            </a:extLst>
          </p:cNvPr>
          <p:cNvSpPr/>
          <p:nvPr/>
        </p:nvSpPr>
        <p:spPr>
          <a:xfrm>
            <a:off x="7393646" y="4475623"/>
            <a:ext cx="3946914" cy="1969770"/>
          </a:xfrm>
          <a:prstGeom prst="rect">
            <a:avLst/>
          </a:prstGeom>
          <a:noFill/>
        </p:spPr>
        <p:txBody>
          <a:bodyPr wrap="none" lIns="91440" tIns="45720" rIns="91440" bIns="45720">
            <a:spAutoFit/>
          </a:bodyPr>
          <a:lstStyle/>
          <a:p>
            <a:pPr algn="ctr"/>
            <a:r>
              <a:rPr lang="en-US" sz="5400" b="1" cap="none" spc="0" dirty="0">
                <a:ln w="0"/>
                <a:solidFill>
                  <a:schemeClr val="tx1"/>
                </a:solidFill>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Sara Hartuv</a:t>
            </a:r>
          </a:p>
          <a:p>
            <a:pPr algn="ctr"/>
            <a:r>
              <a:rPr lang="en-US" sz="2400" dirty="0">
                <a:ln w="0"/>
                <a:effectLst>
                  <a:outerShdw blurRad="38100" dist="19050" dir="2700000" algn="tl" rotWithShape="0">
                    <a:schemeClr val="dk1">
                      <a:alpha val="40000"/>
                    </a:schemeClr>
                  </a:outerShdw>
                </a:effectLst>
                <a:latin typeface="Bradley Hand ITC" panose="03070402050302030203" pitchFamily="66" charset="0"/>
              </a:rPr>
              <a:t>sarahartuv1@gmail.com</a:t>
            </a:r>
            <a:r>
              <a:rPr lang="en-US" sz="2400" b="1" cap="none" spc="0" dirty="0">
                <a:ln w="0"/>
                <a:solidFill>
                  <a:schemeClr val="tx1"/>
                </a:solidFill>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 </a:t>
            </a:r>
          </a:p>
          <a:p>
            <a:pPr algn="ctr"/>
            <a:r>
              <a:rPr lang="en-US" sz="4000" dirty="0">
                <a:ln w="0"/>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10/12/25</a:t>
            </a:r>
            <a:endParaRPr lang="he-IL" sz="4000" dirty="0">
              <a:ln w="0"/>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endParaRPr>
          </a:p>
        </p:txBody>
      </p:sp>
    </p:spTree>
    <p:extLst>
      <p:ext uri="{BB962C8B-B14F-4D97-AF65-F5344CB8AC3E}">
        <p14:creationId xmlns:p14="http://schemas.microsoft.com/office/powerpoint/2010/main" val="1204733904"/>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6509</TotalTime>
  <Words>562</Words>
  <Application>Microsoft Office PowerPoint</Application>
  <PresentationFormat>מסך רחב</PresentationFormat>
  <Paragraphs>84</Paragraphs>
  <Slides>11</Slides>
  <Notes>0</Notes>
  <HiddenSlides>0</HiddenSlides>
  <MMClips>0</MMClips>
  <ScaleCrop>false</ScaleCrop>
  <HeadingPairs>
    <vt:vector size="6" baseType="variant">
      <vt:variant>
        <vt:lpstr>גופנים בשימוש</vt:lpstr>
      </vt:variant>
      <vt:variant>
        <vt:i4>4</vt:i4>
      </vt:variant>
      <vt:variant>
        <vt:lpstr>ערכת נושא</vt:lpstr>
      </vt:variant>
      <vt:variant>
        <vt:i4>1</vt:i4>
      </vt:variant>
      <vt:variant>
        <vt:lpstr>כותרות שקופיות</vt:lpstr>
      </vt:variant>
      <vt:variant>
        <vt:i4>11</vt:i4>
      </vt:variant>
    </vt:vector>
  </HeadingPairs>
  <TitlesOfParts>
    <vt:vector size="16" baseType="lpstr">
      <vt:lpstr>Arial</vt:lpstr>
      <vt:lpstr>Bradley Hand ITC</vt:lpstr>
      <vt:lpstr>Calibri</vt:lpstr>
      <vt:lpstr>Calibri Light</vt:lpstr>
      <vt:lpstr>ערכת נושא Office</vt:lpstr>
      <vt:lpstr>פרויקט עיצוב התנהגות</vt:lpstr>
      <vt:lpstr>התחברות למערכת </vt:lpstr>
      <vt:lpstr>כניסת מורות – בשלב ראשוני רק מחנכות</vt:lpstr>
      <vt:lpstr>מסך פרופיל תלמידה</vt:lpstr>
      <vt:lpstr>כניסת מנהלת אתר – צוות ניהולי </vt:lpstr>
      <vt:lpstr>כניסת תלמידות – מסך מצב אישי</vt:lpstr>
      <vt:lpstr>כניסת תלמידות - הקיוסק</vt:lpstr>
      <vt:lpstr>כניסת תלמידות – עמוד מוצר</vt:lpstr>
      <vt:lpstr>כניסת תלמידות – סל הקניות </vt:lpstr>
      <vt:lpstr>מצגת של PowerPoint‏</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USER</dc:creator>
  <cp:lastModifiedBy>USER</cp:lastModifiedBy>
  <cp:revision>7</cp:revision>
  <dcterms:created xsi:type="dcterms:W3CDTF">2025-11-08T23:10:09Z</dcterms:created>
  <dcterms:modified xsi:type="dcterms:W3CDTF">2025-12-18T23:57:39Z</dcterms:modified>
</cp:coreProperties>
</file>