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sldIdLst>
    <p:sldId id="256" r:id="rId2"/>
    <p:sldId id="257" r:id="rId3"/>
    <p:sldId id="267" r:id="rId4"/>
    <p:sldId id="268" r:id="rId5"/>
    <p:sldId id="269" r:id="rId6"/>
    <p:sldId id="270" r:id="rId7"/>
    <p:sldId id="271" r:id="rId8"/>
    <p:sldId id="260" r:id="rId9"/>
    <p:sldId id="262" r:id="rId10"/>
    <p:sldId id="264" r:id="rId11"/>
    <p:sldId id="266" r:id="rId12"/>
    <p:sldId id="265" r:id="rId13"/>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500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5D8E0BD-A847-7EB5-DAA4-FF872FEBA536}"/>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91BC4D91-EB36-671E-ACD4-6970DEE1CA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7BE0300-A580-EEF6-997C-C6954B4787D9}"/>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5" name="מציין מיקום של כותרת תחתונה 4">
            <a:extLst>
              <a:ext uri="{FF2B5EF4-FFF2-40B4-BE49-F238E27FC236}">
                <a16:creationId xmlns:a16="http://schemas.microsoft.com/office/drawing/2014/main" id="{C0A3E036-0F8A-EA1C-AAF9-478918D4F0D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183B487-126B-5517-1B6C-33DE38473F1D}"/>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2536303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E2A3905-F9AB-14C1-FADC-5B5EFDB248F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62603BBF-CC43-E316-9619-67EEEE4243E3}"/>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BC6130-9271-1D59-DA8A-CD6803F76512}"/>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5" name="מציין מיקום של כותרת תחתונה 4">
            <a:extLst>
              <a:ext uri="{FF2B5EF4-FFF2-40B4-BE49-F238E27FC236}">
                <a16:creationId xmlns:a16="http://schemas.microsoft.com/office/drawing/2014/main" id="{89971D3B-9E11-AF6E-8497-5A7B71B4449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B2835D0C-BAC6-D3D5-D8F3-ACAFD3CF550E}"/>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32728025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A213834-AE62-1CEC-CD97-F68AC8892032}"/>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11422A66-6651-A974-78B7-0C4F2809B45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AE7791FD-049C-3F2A-7640-6FDBD73DB727}"/>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5" name="מציין מיקום של כותרת תחתונה 4">
            <a:extLst>
              <a:ext uri="{FF2B5EF4-FFF2-40B4-BE49-F238E27FC236}">
                <a16:creationId xmlns:a16="http://schemas.microsoft.com/office/drawing/2014/main" id="{57D70E8B-D123-5916-1597-E2923CB09ED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33D2419-0573-15CF-F6BC-4CB6B6CDE7A7}"/>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724148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CC55B64-E07F-EAA9-FD03-B9302488B6D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1F2BA3CD-86BF-A644-604A-03657F9ABB3E}"/>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C1F10E59-531E-BAB2-C910-96E9A4CDD03B}"/>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AD061B78-7EFA-D9FA-AAD1-31934FD61FD0}"/>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6" name="מציין מיקום של כותרת תחתונה 5">
            <a:extLst>
              <a:ext uri="{FF2B5EF4-FFF2-40B4-BE49-F238E27FC236}">
                <a16:creationId xmlns:a16="http://schemas.microsoft.com/office/drawing/2014/main" id="{6BA2978D-40A6-51DB-5946-238420DCEC05}"/>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99132180-5A03-8B2B-FF70-52E7B7A791B5}"/>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41630069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4CD5944-EF2C-27D8-FEA4-227E5DD517B7}"/>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8F14D4F-590F-F510-00CE-FD708159BF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EEFBBEE-6484-4167-2637-83F637FF18E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D1F0CDD-013F-A161-BA9D-48497585EF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203391BE-DB1A-917A-84C6-3016FFFB50D7}"/>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97839F5-F326-D0A8-D62C-DB1467DFA33F}"/>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8" name="מציין מיקום של כותרת תחתונה 7">
            <a:extLst>
              <a:ext uri="{FF2B5EF4-FFF2-40B4-BE49-F238E27FC236}">
                <a16:creationId xmlns:a16="http://schemas.microsoft.com/office/drawing/2014/main" id="{B7FA1252-532D-36B4-E7B1-9BCA6DAFD68B}"/>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61CC51B1-54A8-7F1F-B08B-7146BEC68BC8}"/>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332371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8803C19-16CF-C3F7-1B37-DA17F1372FA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B603C544-BAE1-4A50-DDB6-E94B29548050}"/>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4" name="מציין מיקום של כותרת תחתונה 3">
            <a:extLst>
              <a:ext uri="{FF2B5EF4-FFF2-40B4-BE49-F238E27FC236}">
                <a16:creationId xmlns:a16="http://schemas.microsoft.com/office/drawing/2014/main" id="{F0BDDA58-4567-779B-F5BD-E322C52C594A}"/>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938D425B-B706-4631-9441-8FC6CAFC9DBB}"/>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4033586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5C7233A0-74DA-4926-B45B-9B561730000E}"/>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3" name="מציין מיקום של כותרת תחתונה 2">
            <a:extLst>
              <a:ext uri="{FF2B5EF4-FFF2-40B4-BE49-F238E27FC236}">
                <a16:creationId xmlns:a16="http://schemas.microsoft.com/office/drawing/2014/main" id="{371E63B8-D6B1-FC3B-FB6F-7F6E8780B0F1}"/>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C9985D2F-E24E-87B8-FDD3-CD38D1ABAB69}"/>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2739356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C74648B-B3CC-9713-95A5-DCB45D297101}"/>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4F869415-0B88-9523-2DF3-FFD5629501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98FE8C65-74EC-08CE-0FD6-05A02FE64B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E062DBA9-70BF-8B44-F055-45E1D4A6179E}"/>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6" name="מציין מיקום של כותרת תחתונה 5">
            <a:extLst>
              <a:ext uri="{FF2B5EF4-FFF2-40B4-BE49-F238E27FC236}">
                <a16:creationId xmlns:a16="http://schemas.microsoft.com/office/drawing/2014/main" id="{B54C6FE8-E717-90E8-86E3-2296AE7CB7E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01885-EECB-1B33-9D1F-FA85D87C9C5F}"/>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3315421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9838EF8-92C3-B3A3-5AB4-CF91614502F9}"/>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CB0E3047-9160-FA7F-EC73-9C40757FFC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6B868D99-54D0-1585-B48E-C898EDC315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EC807ED3-582A-DB9D-7460-8851436632D8}"/>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6" name="מציין מיקום של כותרת תחתונה 5">
            <a:extLst>
              <a:ext uri="{FF2B5EF4-FFF2-40B4-BE49-F238E27FC236}">
                <a16:creationId xmlns:a16="http://schemas.microsoft.com/office/drawing/2014/main" id="{33080344-C0FF-7551-CC61-827600B1937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575A7FF0-19AB-416A-C5AC-FC353792EAF2}"/>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7265198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D1EB8FD-420F-0F74-78EB-E4F763564698}"/>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75599AF-7367-E7BA-08BA-89A2AA324BE9}"/>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D86C3B6D-11D2-57FD-6DE1-747EC4D3E4E8}"/>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5" name="מציין מיקום של כותרת תחתונה 4">
            <a:extLst>
              <a:ext uri="{FF2B5EF4-FFF2-40B4-BE49-F238E27FC236}">
                <a16:creationId xmlns:a16="http://schemas.microsoft.com/office/drawing/2014/main" id="{47FB66AD-D7CE-5737-482F-929B6224726F}"/>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D34D14F7-AAAA-194F-4D64-9C5F3CC12530}"/>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895441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2B388FF7-5A37-DA18-CB4E-134B049BF624}"/>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D3A25DF-C419-9BC9-48E1-A73FB461C140}"/>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6B41CB0A-52B4-6935-52C5-B12CD00846D8}"/>
              </a:ext>
            </a:extLst>
          </p:cNvPr>
          <p:cNvSpPr>
            <a:spLocks noGrp="1"/>
          </p:cNvSpPr>
          <p:nvPr>
            <p:ph type="dt" sz="half" idx="10"/>
          </p:nvPr>
        </p:nvSpPr>
        <p:spPr/>
        <p:txBody>
          <a:bodyPr/>
          <a:lstStyle/>
          <a:p>
            <a:fld id="{1FFCD2AE-C8D6-4C5C-8058-C519C73E84B5}" type="datetimeFigureOut">
              <a:rPr lang="he-IL" smtClean="0"/>
              <a:t>כ"ג/טבת/תשפ"ו</a:t>
            </a:fld>
            <a:endParaRPr lang="he-IL"/>
          </a:p>
        </p:txBody>
      </p:sp>
      <p:sp>
        <p:nvSpPr>
          <p:cNvPr id="5" name="מציין מיקום של כותרת תחתונה 4">
            <a:extLst>
              <a:ext uri="{FF2B5EF4-FFF2-40B4-BE49-F238E27FC236}">
                <a16:creationId xmlns:a16="http://schemas.microsoft.com/office/drawing/2014/main" id="{1556F857-4F09-0B54-9970-38DF14BAD90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D8DBFC10-85A6-AB1D-1B00-4118971DAFE6}"/>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5487491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B2A93D3D-9C9E-3B70-D5DF-D09559D2E592}"/>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76C3F8EC-28EA-300B-EA15-310B96C124DB}"/>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8142A622-0B8C-608D-04A4-7F2E2EB6DB09}"/>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1FFCD2AE-C8D6-4C5C-8058-C519C73E84B5}" type="datetimeFigureOut">
              <a:rPr lang="he-IL" smtClean="0"/>
              <a:t>כ"ג/טבת/תשפ"ו</a:t>
            </a:fld>
            <a:endParaRPr lang="he-IL"/>
          </a:p>
        </p:txBody>
      </p:sp>
      <p:sp>
        <p:nvSpPr>
          <p:cNvPr id="5" name="מציין מיקום של כותרת תחתונה 4">
            <a:extLst>
              <a:ext uri="{FF2B5EF4-FFF2-40B4-BE49-F238E27FC236}">
                <a16:creationId xmlns:a16="http://schemas.microsoft.com/office/drawing/2014/main" id="{D7A81E05-05E3-67C6-68FF-2BD68A58F3B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537B3B53-7AAF-2707-9D3F-5BCE475EF8E2}"/>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1605E505-55DB-4E91-BC80-AB102BF08BCF}" type="slidenum">
              <a:rPr lang="he-IL" smtClean="0"/>
              <a:t>‹#›</a:t>
            </a:fld>
            <a:endParaRPr lang="he-IL"/>
          </a:p>
        </p:txBody>
      </p:sp>
    </p:spTree>
    <p:extLst>
      <p:ext uri="{BB962C8B-B14F-4D97-AF65-F5344CB8AC3E}">
        <p14:creationId xmlns:p14="http://schemas.microsoft.com/office/powerpoint/2010/main" val="8534244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621E57C-A7FF-DC5A-4C70-7594CF2A3F1D}"/>
              </a:ext>
            </a:extLst>
          </p:cNvPr>
          <p:cNvSpPr>
            <a:spLocks noGrp="1"/>
          </p:cNvSpPr>
          <p:nvPr>
            <p:ph type="ctrTitle"/>
          </p:nvPr>
        </p:nvSpPr>
        <p:spPr/>
        <p:txBody>
          <a:bodyPr/>
          <a:lstStyle/>
          <a:p>
            <a:r>
              <a:rPr lang="he-IL" dirty="0"/>
              <a:t>פרויקט עיצוב התנהגות</a:t>
            </a:r>
          </a:p>
        </p:txBody>
      </p:sp>
      <p:sp>
        <p:nvSpPr>
          <p:cNvPr id="3" name="כותרת משנה 2">
            <a:extLst>
              <a:ext uri="{FF2B5EF4-FFF2-40B4-BE49-F238E27FC236}">
                <a16:creationId xmlns:a16="http://schemas.microsoft.com/office/drawing/2014/main" id="{21CD2B3E-2FD9-C12E-2AE3-CC1714DA0BE2}"/>
              </a:ext>
            </a:extLst>
          </p:cNvPr>
          <p:cNvSpPr>
            <a:spLocks noGrp="1"/>
          </p:cNvSpPr>
          <p:nvPr>
            <p:ph type="subTitle" idx="1"/>
          </p:nvPr>
        </p:nvSpPr>
        <p:spPr/>
        <p:txBody>
          <a:bodyPr/>
          <a:lstStyle/>
          <a:p>
            <a:r>
              <a:rPr lang="he-IL" dirty="0"/>
              <a:t>מסכי הפרויקט</a:t>
            </a:r>
          </a:p>
        </p:txBody>
      </p:sp>
      <p:pic>
        <p:nvPicPr>
          <p:cNvPr id="5" name="תמונה 4">
            <a:extLst>
              <a:ext uri="{FF2B5EF4-FFF2-40B4-BE49-F238E27FC236}">
                <a16:creationId xmlns:a16="http://schemas.microsoft.com/office/drawing/2014/main" id="{A678065F-8BF2-0A23-0BFD-734472C671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3558"/>
            <a:ext cx="3656804" cy="3899767"/>
          </a:xfrm>
          <a:prstGeom prst="rect">
            <a:avLst/>
          </a:prstGeom>
        </p:spPr>
      </p:pic>
      <p:sp>
        <p:nvSpPr>
          <p:cNvPr id="4" name="מלבן 3">
            <a:extLst>
              <a:ext uri="{FF2B5EF4-FFF2-40B4-BE49-F238E27FC236}">
                <a16:creationId xmlns:a16="http://schemas.microsoft.com/office/drawing/2014/main" id="{B7599ACF-1A24-59F0-FE20-01E1E555C682}"/>
              </a:ext>
            </a:extLst>
          </p:cNvPr>
          <p:cNvSpPr/>
          <p:nvPr/>
        </p:nvSpPr>
        <p:spPr>
          <a:xfrm>
            <a:off x="7393646" y="4475623"/>
            <a:ext cx="3946914" cy="1969770"/>
          </a:xfrm>
          <a:prstGeom prst="rect">
            <a:avLst/>
          </a:prstGeom>
          <a:noFill/>
        </p:spPr>
        <p:txBody>
          <a:bodyPr wrap="none" lIns="91440" tIns="45720" rIns="91440" bIns="45720">
            <a:spAutoFit/>
          </a:bodyPr>
          <a:lstStyle/>
          <a:p>
            <a:pPr algn="ctr"/>
            <a:r>
              <a:rPr lang="en-US" sz="5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Sara Hartuv</a:t>
            </a:r>
          </a:p>
          <a:p>
            <a:pPr algn="ctr"/>
            <a:r>
              <a:rPr lang="en-US" sz="2400" dirty="0">
                <a:ln w="0"/>
                <a:effectLst>
                  <a:outerShdw blurRad="38100" dist="19050" dir="2700000" algn="tl" rotWithShape="0">
                    <a:schemeClr val="dk1">
                      <a:alpha val="40000"/>
                    </a:schemeClr>
                  </a:outerShdw>
                </a:effectLst>
                <a:latin typeface="Bradley Hand ITC" panose="03070402050302030203" pitchFamily="66" charset="0"/>
              </a:rPr>
              <a:t>sarahartuv1@gmail.com</a:t>
            </a:r>
            <a:r>
              <a:rPr lang="en-US" sz="2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 </a:t>
            </a:r>
          </a:p>
          <a:p>
            <a:pPr algn="ctr"/>
            <a:r>
              <a:rPr lang="en-US"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10/12/25</a:t>
            </a:r>
            <a:endParaRPr lang="he-IL"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endParaRPr>
          </a:p>
        </p:txBody>
      </p:sp>
    </p:spTree>
    <p:extLst>
      <p:ext uri="{BB962C8B-B14F-4D97-AF65-F5344CB8AC3E}">
        <p14:creationId xmlns:p14="http://schemas.microsoft.com/office/powerpoint/2010/main" val="3400703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9925EA1-B7A3-9A97-8627-5C0A8DE3F3D2}"/>
              </a:ext>
            </a:extLst>
          </p:cNvPr>
          <p:cNvSpPr>
            <a:spLocks noGrp="1"/>
          </p:cNvSpPr>
          <p:nvPr>
            <p:ph type="title"/>
          </p:nvPr>
        </p:nvSpPr>
        <p:spPr/>
        <p:txBody>
          <a:bodyPr/>
          <a:lstStyle/>
          <a:p>
            <a:r>
              <a:rPr lang="he-IL" dirty="0"/>
              <a:t>התחברות למערכת </a:t>
            </a:r>
          </a:p>
        </p:txBody>
      </p:sp>
      <p:sp>
        <p:nvSpPr>
          <p:cNvPr id="6" name="מציין מיקום תוכן 5">
            <a:extLst>
              <a:ext uri="{FF2B5EF4-FFF2-40B4-BE49-F238E27FC236}">
                <a16:creationId xmlns:a16="http://schemas.microsoft.com/office/drawing/2014/main" id="{5097C44F-2CEF-7F5D-B4F8-C3AF35689D7F}"/>
              </a:ext>
            </a:extLst>
          </p:cNvPr>
          <p:cNvSpPr>
            <a:spLocks noGrp="1"/>
          </p:cNvSpPr>
          <p:nvPr>
            <p:ph idx="1"/>
          </p:nvPr>
        </p:nvSpPr>
        <p:spPr/>
        <p:txBody>
          <a:bodyPr/>
          <a:lstStyle/>
          <a:p>
            <a:r>
              <a:rPr lang="he-IL" dirty="0"/>
              <a:t>ההתחברות מתבצעת עם טלפון וסיסמא עבור כל בעלי התפקידים</a:t>
            </a:r>
          </a:p>
          <a:p>
            <a:r>
              <a:rPr lang="he-IL" dirty="0"/>
              <a:t>ניתוב לעמודים המתאימים לפי דרגת המשתמש </a:t>
            </a:r>
          </a:p>
          <a:p>
            <a:endParaRPr lang="he-IL" dirty="0"/>
          </a:p>
          <a:p>
            <a:endParaRPr lang="he-IL" dirty="0"/>
          </a:p>
          <a:p>
            <a:pPr marL="0" indent="0">
              <a:buNone/>
            </a:pPr>
            <a:endParaRPr lang="he-IL" dirty="0"/>
          </a:p>
        </p:txBody>
      </p:sp>
      <p:pic>
        <p:nvPicPr>
          <p:cNvPr id="4" name="תמונה 3">
            <a:extLst>
              <a:ext uri="{FF2B5EF4-FFF2-40B4-BE49-F238E27FC236}">
                <a16:creationId xmlns:a16="http://schemas.microsoft.com/office/drawing/2014/main" id="{B6344AAA-774C-F86C-16C4-FFEB7306EA13}"/>
              </a:ext>
            </a:extLst>
          </p:cNvPr>
          <p:cNvPicPr>
            <a:picLocks noChangeAspect="1"/>
          </p:cNvPicPr>
          <p:nvPr/>
        </p:nvPicPr>
        <p:blipFill>
          <a:blip r:embed="rId2"/>
          <a:stretch>
            <a:fillRect/>
          </a:stretch>
        </p:blipFill>
        <p:spPr>
          <a:xfrm>
            <a:off x="838200" y="2342331"/>
            <a:ext cx="3442787" cy="4266192"/>
          </a:xfrm>
          <a:prstGeom prst="rect">
            <a:avLst/>
          </a:prstGeom>
          <a:ln>
            <a:solidFill>
              <a:schemeClr val="tx1"/>
            </a:solidFill>
          </a:ln>
        </p:spPr>
      </p:pic>
    </p:spTree>
    <p:extLst>
      <p:ext uri="{BB962C8B-B14F-4D97-AF65-F5344CB8AC3E}">
        <p14:creationId xmlns:p14="http://schemas.microsoft.com/office/powerpoint/2010/main" val="123936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6686C1B-2F4F-4FDA-8E1B-C0578345E128}"/>
              </a:ext>
            </a:extLst>
          </p:cNvPr>
          <p:cNvSpPr>
            <a:spLocks noGrp="1"/>
          </p:cNvSpPr>
          <p:nvPr>
            <p:ph type="title"/>
          </p:nvPr>
        </p:nvSpPr>
        <p:spPr/>
        <p:txBody>
          <a:bodyPr/>
          <a:lstStyle/>
          <a:p>
            <a:r>
              <a:rPr lang="he-IL" dirty="0"/>
              <a:t>כניסת מורות – כללי </a:t>
            </a:r>
          </a:p>
        </p:txBody>
      </p:sp>
      <p:sp>
        <p:nvSpPr>
          <p:cNvPr id="3" name="מציין מיקום תוכן 2">
            <a:extLst>
              <a:ext uri="{FF2B5EF4-FFF2-40B4-BE49-F238E27FC236}">
                <a16:creationId xmlns:a16="http://schemas.microsoft.com/office/drawing/2014/main" id="{CF60D022-79EB-59D2-1B3A-15725DAD0FA3}"/>
              </a:ext>
            </a:extLst>
          </p:cNvPr>
          <p:cNvSpPr>
            <a:spLocks noGrp="1"/>
          </p:cNvSpPr>
          <p:nvPr>
            <p:ph idx="1"/>
          </p:nvPr>
        </p:nvSpPr>
        <p:spPr/>
        <p:txBody>
          <a:bodyPr>
            <a:normAutofit/>
          </a:bodyPr>
          <a:lstStyle/>
          <a:p>
            <a:r>
              <a:rPr lang="he-IL" dirty="0"/>
              <a:t>שם מורה, תאריך עברי ולועזי, מספר התלמידות בכיתה</a:t>
            </a:r>
          </a:p>
          <a:p>
            <a:pPr lvl="2"/>
            <a:endParaRPr lang="he-IL" dirty="0"/>
          </a:p>
          <a:p>
            <a:pPr lvl="1"/>
            <a:endParaRPr lang="he-IL" dirty="0"/>
          </a:p>
          <a:p>
            <a:endParaRPr lang="he-IL" b="1" dirty="0"/>
          </a:p>
          <a:p>
            <a:endParaRPr lang="he-IL" dirty="0"/>
          </a:p>
          <a:p>
            <a:endParaRPr lang="he-IL" dirty="0"/>
          </a:p>
        </p:txBody>
      </p:sp>
    </p:spTree>
    <p:extLst>
      <p:ext uri="{BB962C8B-B14F-4D97-AF65-F5344CB8AC3E}">
        <p14:creationId xmlns:p14="http://schemas.microsoft.com/office/powerpoint/2010/main" val="37349144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00FC5B3-172F-4084-C4C5-C3170D63D49D}"/>
              </a:ext>
            </a:extLst>
          </p:cNvPr>
          <p:cNvSpPr>
            <a:spLocks noGrp="1"/>
          </p:cNvSpPr>
          <p:nvPr>
            <p:ph type="title"/>
          </p:nvPr>
        </p:nvSpPr>
        <p:spPr/>
        <p:txBody>
          <a:bodyPr/>
          <a:lstStyle/>
          <a:p>
            <a:r>
              <a:rPr lang="he-IL" dirty="0"/>
              <a:t>כניסת מורות – מצב תלמידות + היסטוריה </a:t>
            </a:r>
          </a:p>
        </p:txBody>
      </p:sp>
      <p:sp>
        <p:nvSpPr>
          <p:cNvPr id="3" name="מציין מיקום תוכן 2">
            <a:extLst>
              <a:ext uri="{FF2B5EF4-FFF2-40B4-BE49-F238E27FC236}">
                <a16:creationId xmlns:a16="http://schemas.microsoft.com/office/drawing/2014/main" id="{CDA6175F-99B4-E367-1A00-8E57650930EE}"/>
              </a:ext>
            </a:extLst>
          </p:cNvPr>
          <p:cNvSpPr>
            <a:spLocks noGrp="1"/>
          </p:cNvSpPr>
          <p:nvPr>
            <p:ph idx="1"/>
          </p:nvPr>
        </p:nvSpPr>
        <p:spPr/>
        <p:txBody>
          <a:bodyPr>
            <a:normAutofit/>
          </a:bodyPr>
          <a:lstStyle/>
          <a:p>
            <a:r>
              <a:rPr lang="he-IL" dirty="0"/>
              <a:t>מספר תלמידות עם הצטיינות שבועית (בלחיצה על זה יראו מי התלמידות עם ההצטיינות השבועית)</a:t>
            </a:r>
          </a:p>
          <a:p>
            <a:r>
              <a:rPr lang="he-IL" dirty="0"/>
              <a:t>כפתור היסטוריה ששם ניתן לצפות בנתוני שבועות קודמים לפי השבועות </a:t>
            </a:r>
          </a:p>
          <a:p>
            <a:r>
              <a:rPr lang="he-IL" dirty="0" err="1"/>
              <a:t>טאבים</a:t>
            </a:r>
            <a:r>
              <a:rPr lang="he-IL" dirty="0"/>
              <a:t> של תלמידות מחולקים לפי ימי השבוע </a:t>
            </a:r>
          </a:p>
          <a:p>
            <a:pPr lvl="1"/>
            <a:r>
              <a:rPr lang="he-IL" dirty="0"/>
              <a:t>בלחיצה ניתן להכניס נתונים – הודעת פופ אפ מחולקת לשיעורים ושם מכניסים את מספר הנקודות בשיעור </a:t>
            </a:r>
          </a:p>
          <a:p>
            <a:pPr lvl="1"/>
            <a:r>
              <a:rPr lang="he-IL" dirty="0"/>
              <a:t> כפתור "הצטיינות שבועית" (מתחת כל תלמידה) – ניתן לעריכה רק מיום שישי בבוקר עד יום ראשון בשעה 08:30 – הודעת פופ אפ האם התלמידה מצטיינת שבוע </a:t>
            </a:r>
          </a:p>
          <a:p>
            <a:pPr lvl="2"/>
            <a:r>
              <a:rPr lang="he-IL" dirty="0"/>
              <a:t>אם כן: מקבלת אוטומטית שובר (או 2 – לכיתות המסוימות) – יהיה ניתן לערוך מספר שוברים ותעודת הצטיינות שבועית </a:t>
            </a:r>
          </a:p>
          <a:p>
            <a:pPr lvl="2"/>
            <a:r>
              <a:rPr lang="he-IL" dirty="0"/>
              <a:t>אם לא : ניתן להחליט האם יש שובר וכמה או האם יש תעודת הצטיינות שבועית </a:t>
            </a:r>
          </a:p>
          <a:p>
            <a:endParaRPr lang="he-IL" dirty="0"/>
          </a:p>
        </p:txBody>
      </p:sp>
    </p:spTree>
    <p:extLst>
      <p:ext uri="{BB962C8B-B14F-4D97-AF65-F5344CB8AC3E}">
        <p14:creationId xmlns:p14="http://schemas.microsoft.com/office/powerpoint/2010/main" val="30174153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C7F3606-546D-0CBC-2B65-D64EB4DC26E4}"/>
              </a:ext>
            </a:extLst>
          </p:cNvPr>
          <p:cNvSpPr>
            <a:spLocks noGrp="1"/>
          </p:cNvSpPr>
          <p:nvPr>
            <p:ph type="title"/>
          </p:nvPr>
        </p:nvSpPr>
        <p:spPr/>
        <p:txBody>
          <a:bodyPr/>
          <a:lstStyle/>
          <a:p>
            <a:r>
              <a:rPr lang="he-IL" dirty="0"/>
              <a:t>כניסת מורות – גרפים </a:t>
            </a:r>
          </a:p>
        </p:txBody>
      </p:sp>
      <p:sp>
        <p:nvSpPr>
          <p:cNvPr id="3" name="מציין מיקום תוכן 2">
            <a:extLst>
              <a:ext uri="{FF2B5EF4-FFF2-40B4-BE49-F238E27FC236}">
                <a16:creationId xmlns:a16="http://schemas.microsoft.com/office/drawing/2014/main" id="{E1054ADD-64EA-20BC-5BBE-E9B05C50FE65}"/>
              </a:ext>
            </a:extLst>
          </p:cNvPr>
          <p:cNvSpPr>
            <a:spLocks noGrp="1"/>
          </p:cNvSpPr>
          <p:nvPr>
            <p:ph idx="1"/>
          </p:nvPr>
        </p:nvSpPr>
        <p:spPr/>
        <p:txBody>
          <a:bodyPr>
            <a:normAutofit fontScale="92500"/>
          </a:bodyPr>
          <a:lstStyle/>
          <a:p>
            <a:r>
              <a:rPr lang="he-IL" dirty="0"/>
              <a:t>גרפים של כל תלמידה (שם תלמידה מעל כל גרף)</a:t>
            </a:r>
          </a:p>
          <a:p>
            <a:r>
              <a:rPr lang="he-IL" dirty="0"/>
              <a:t>בלחיצה על גרף ניתן יהיה לראות אותו בגדול </a:t>
            </a:r>
          </a:p>
          <a:p>
            <a:r>
              <a:rPr lang="he-IL" dirty="0"/>
              <a:t>לכל תלמידה שני גרפים :</a:t>
            </a:r>
          </a:p>
          <a:p>
            <a:pPr lvl="1"/>
            <a:r>
              <a:rPr lang="he-IL" dirty="0"/>
              <a:t>גרף עוגה – אחוזים של השבועות שהצטיינתי מתוך השבועות עד כה </a:t>
            </a:r>
          </a:p>
          <a:p>
            <a:pPr lvl="1"/>
            <a:r>
              <a:rPr lang="he-IL" dirty="0"/>
              <a:t>גרף עמודות – מספר הנקודות שצברתי בכל שבוע עד כה, עם ציון של סף הכיתה או התלמידה בגרף</a:t>
            </a:r>
          </a:p>
          <a:p>
            <a:r>
              <a:rPr lang="he-IL" dirty="0"/>
              <a:t>גרפים של כיתה </a:t>
            </a:r>
          </a:p>
          <a:p>
            <a:pPr lvl="1"/>
            <a:r>
              <a:rPr lang="he-IL" dirty="0"/>
              <a:t>גרף עם פונקציות של כל התלמידות בכיתה - מספר הנקודות שהן צברו בכל שבוע, עם סף הכיתה להבין במוחש מי התלמידות מתחת הסף משמעותי ומי מעל הסף משמעותית </a:t>
            </a:r>
          </a:p>
          <a:p>
            <a:pPr lvl="1"/>
            <a:r>
              <a:rPr lang="he-IL" dirty="0"/>
              <a:t>גרף עוגה – הצטיינות שבועית של התלמידות בכיתה ביחס להצטיינות המקסימלית עד כה של כל הבנות בכיתה </a:t>
            </a:r>
          </a:p>
          <a:p>
            <a:pPr lvl="1"/>
            <a:endParaRPr lang="he-IL" dirty="0"/>
          </a:p>
          <a:p>
            <a:pPr marL="0" indent="0">
              <a:buNone/>
            </a:pPr>
            <a:endParaRPr lang="he-IL" dirty="0"/>
          </a:p>
          <a:p>
            <a:endParaRPr lang="he-IL" dirty="0"/>
          </a:p>
        </p:txBody>
      </p:sp>
    </p:spTree>
    <p:extLst>
      <p:ext uri="{BB962C8B-B14F-4D97-AF65-F5344CB8AC3E}">
        <p14:creationId xmlns:p14="http://schemas.microsoft.com/office/powerpoint/2010/main" val="22174303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D29A857-F1D3-BA1C-0C82-DE7C00C73564}"/>
              </a:ext>
            </a:extLst>
          </p:cNvPr>
          <p:cNvSpPr>
            <a:spLocks noGrp="1"/>
          </p:cNvSpPr>
          <p:nvPr>
            <p:ph type="title"/>
          </p:nvPr>
        </p:nvSpPr>
        <p:spPr/>
        <p:txBody>
          <a:bodyPr/>
          <a:lstStyle/>
          <a:p>
            <a:r>
              <a:rPr lang="he-IL" dirty="0"/>
              <a:t>כניסת מורות – הודעות </a:t>
            </a:r>
          </a:p>
        </p:txBody>
      </p:sp>
      <p:sp>
        <p:nvSpPr>
          <p:cNvPr id="3" name="מציין מיקום תוכן 2">
            <a:extLst>
              <a:ext uri="{FF2B5EF4-FFF2-40B4-BE49-F238E27FC236}">
                <a16:creationId xmlns:a16="http://schemas.microsoft.com/office/drawing/2014/main" id="{725C3501-B0A0-187D-608E-17941A9DCA64}"/>
              </a:ext>
            </a:extLst>
          </p:cNvPr>
          <p:cNvSpPr>
            <a:spLocks noGrp="1"/>
          </p:cNvSpPr>
          <p:nvPr>
            <p:ph idx="1"/>
          </p:nvPr>
        </p:nvSpPr>
        <p:spPr/>
        <p:txBody>
          <a:bodyPr/>
          <a:lstStyle/>
          <a:p>
            <a:r>
              <a:rPr lang="he-IL" dirty="0"/>
              <a:t>לכל כרטיסיית תלמידה יש 2 מצבים מצב עריכת נקודות ומצב הודעות :</a:t>
            </a:r>
          </a:p>
          <a:p>
            <a:pPr lvl="1"/>
            <a:r>
              <a:rPr lang="he-IL" dirty="0"/>
              <a:t>אפשרות להוספת הודעה חדשה בפופ אפ </a:t>
            </a:r>
          </a:p>
          <a:p>
            <a:pPr lvl="1"/>
            <a:r>
              <a:rPr lang="he-IL" dirty="0"/>
              <a:t>צפיה בכל ההודעות של התלמידה </a:t>
            </a:r>
          </a:p>
          <a:p>
            <a:pPr marL="457200" lvl="1" indent="0">
              <a:buNone/>
            </a:pPr>
            <a:endParaRPr lang="he-IL" dirty="0"/>
          </a:p>
        </p:txBody>
      </p:sp>
    </p:spTree>
    <p:extLst>
      <p:ext uri="{BB962C8B-B14F-4D97-AF65-F5344CB8AC3E}">
        <p14:creationId xmlns:p14="http://schemas.microsoft.com/office/powerpoint/2010/main" val="36734230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DFF9E9E-F405-86BC-1468-7D404F7565E9}"/>
              </a:ext>
            </a:extLst>
          </p:cNvPr>
          <p:cNvSpPr>
            <a:spLocks noGrp="1"/>
          </p:cNvSpPr>
          <p:nvPr>
            <p:ph type="title"/>
          </p:nvPr>
        </p:nvSpPr>
        <p:spPr/>
        <p:txBody>
          <a:bodyPr/>
          <a:lstStyle/>
          <a:p>
            <a:r>
              <a:rPr lang="he-IL" dirty="0"/>
              <a:t>כניסת תלמידות </a:t>
            </a:r>
          </a:p>
        </p:txBody>
      </p:sp>
      <p:sp>
        <p:nvSpPr>
          <p:cNvPr id="3" name="מציין מיקום תוכן 2">
            <a:extLst>
              <a:ext uri="{FF2B5EF4-FFF2-40B4-BE49-F238E27FC236}">
                <a16:creationId xmlns:a16="http://schemas.microsoft.com/office/drawing/2014/main" id="{5F07FC5C-CB96-44F9-D20C-6FF4E0A2F4CF}"/>
              </a:ext>
            </a:extLst>
          </p:cNvPr>
          <p:cNvSpPr>
            <a:spLocks noGrp="1"/>
          </p:cNvSpPr>
          <p:nvPr>
            <p:ph idx="1"/>
          </p:nvPr>
        </p:nvSpPr>
        <p:spPr/>
        <p:txBody>
          <a:bodyPr>
            <a:normAutofit fontScale="70000" lnSpcReduction="20000"/>
          </a:bodyPr>
          <a:lstStyle/>
          <a:p>
            <a:r>
              <a:rPr lang="he-IL" dirty="0"/>
              <a:t>שם, כיתה, פרשה, נאם היא מצטיינת שבוע </a:t>
            </a:r>
          </a:p>
          <a:p>
            <a:r>
              <a:rPr lang="he-IL" dirty="0"/>
              <a:t>מספר נקודות שצברתי השבוע </a:t>
            </a:r>
          </a:p>
          <a:p>
            <a:r>
              <a:rPr lang="he-IL" dirty="0"/>
              <a:t>האם קיבלתי שובר </a:t>
            </a:r>
          </a:p>
          <a:p>
            <a:r>
              <a:rPr lang="he-IL" dirty="0"/>
              <a:t>מספר שוברים סך </a:t>
            </a:r>
            <a:r>
              <a:rPr lang="he-IL" dirty="0" err="1"/>
              <a:t>הכל</a:t>
            </a:r>
            <a:r>
              <a:rPr lang="he-IL" dirty="0"/>
              <a:t> למימוש </a:t>
            </a:r>
          </a:p>
          <a:p>
            <a:r>
              <a:rPr lang="he-IL" dirty="0"/>
              <a:t>האם קיבלתי תעודת הצטיינות </a:t>
            </a:r>
          </a:p>
          <a:p>
            <a:r>
              <a:rPr lang="he-IL" dirty="0"/>
              <a:t>מפת הדרך להצטיינות חודשית </a:t>
            </a:r>
          </a:p>
          <a:p>
            <a:r>
              <a:rPr lang="he-IL" dirty="0"/>
              <a:t>כפתור שליחת הודעות לצוות ניהול על רעיונות חדשים</a:t>
            </a:r>
          </a:p>
          <a:p>
            <a:r>
              <a:rPr lang="he-IL" dirty="0"/>
              <a:t>גרפים/היסטוריה 	</a:t>
            </a:r>
          </a:p>
          <a:p>
            <a:pPr lvl="1"/>
            <a:r>
              <a:rPr lang="he-IL" dirty="0"/>
              <a:t>גרף עוגה - פילוח באחוזים של הצטיינות שבועית - ז"א שבועות שהצטיינתי ביחס לכל השבועות בשנה עד כה</a:t>
            </a:r>
          </a:p>
          <a:p>
            <a:pPr lvl="1"/>
            <a:r>
              <a:rPr lang="he-IL" dirty="0"/>
              <a:t>גרף עמודות - מציין את כמות הנקודות שהתלמידה צברה מתחילת שנה - כל שבוע יש נקודה ויהיה מודגש בגרף הסף של הנקודות שמשם מוגדרת כמצטיינת, אם הייתה מצטיינת שבוע סימון וכתוב את כמות השוברים שקיבלה ותעודת הצטיינות אם קיבלה</a:t>
            </a:r>
          </a:p>
          <a:p>
            <a:r>
              <a:rPr lang="he-IL" dirty="0"/>
              <a:t>הודעות מצוות</a:t>
            </a:r>
          </a:p>
          <a:p>
            <a:pPr lvl="1"/>
            <a:r>
              <a:rPr lang="he-IL" dirty="0"/>
              <a:t>צפיה בכל ההודעות של הצוות, הודעות חדשות (מהשבוע הנוכחי) מופיעות במודגש</a:t>
            </a:r>
          </a:p>
        </p:txBody>
      </p:sp>
    </p:spTree>
    <p:extLst>
      <p:ext uri="{BB962C8B-B14F-4D97-AF65-F5344CB8AC3E}">
        <p14:creationId xmlns:p14="http://schemas.microsoft.com/office/powerpoint/2010/main" val="276947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89A99409-B62F-F01A-E367-EA12225A1331}"/>
              </a:ext>
            </a:extLst>
          </p:cNvPr>
          <p:cNvSpPr>
            <a:spLocks noGrp="1"/>
          </p:cNvSpPr>
          <p:nvPr>
            <p:ph type="title"/>
          </p:nvPr>
        </p:nvSpPr>
        <p:spPr/>
        <p:txBody>
          <a:bodyPr/>
          <a:lstStyle/>
          <a:p>
            <a:r>
              <a:rPr lang="he-IL" dirty="0"/>
              <a:t>כניסת מנהלת אתר – צוות ניהולי </a:t>
            </a:r>
          </a:p>
        </p:txBody>
      </p:sp>
      <p:sp>
        <p:nvSpPr>
          <p:cNvPr id="3" name="מציין מיקום תוכן 2">
            <a:extLst>
              <a:ext uri="{FF2B5EF4-FFF2-40B4-BE49-F238E27FC236}">
                <a16:creationId xmlns:a16="http://schemas.microsoft.com/office/drawing/2014/main" id="{60325346-9797-A151-A805-E4B6F8D7BBAB}"/>
              </a:ext>
            </a:extLst>
          </p:cNvPr>
          <p:cNvSpPr>
            <a:spLocks noGrp="1"/>
          </p:cNvSpPr>
          <p:nvPr>
            <p:ph idx="1"/>
          </p:nvPr>
        </p:nvSpPr>
        <p:spPr/>
        <p:txBody>
          <a:bodyPr/>
          <a:lstStyle/>
          <a:p>
            <a:r>
              <a:rPr lang="he-IL" dirty="0"/>
              <a:t>יתבצע בשלב עתידי </a:t>
            </a:r>
          </a:p>
          <a:p>
            <a:r>
              <a:rPr lang="he-IL" dirty="0"/>
              <a:t>הוקמה תשתית לפיתוח עתידני </a:t>
            </a:r>
          </a:p>
        </p:txBody>
      </p:sp>
    </p:spTree>
    <p:extLst>
      <p:ext uri="{BB962C8B-B14F-4D97-AF65-F5344CB8AC3E}">
        <p14:creationId xmlns:p14="http://schemas.microsoft.com/office/powerpoint/2010/main" val="3570078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D483F29-B6D7-02F2-1921-797F5A338BB5}"/>
              </a:ext>
            </a:extLst>
          </p:cNvPr>
          <p:cNvSpPr>
            <a:spLocks noGrp="1"/>
          </p:cNvSpPr>
          <p:nvPr>
            <p:ph type="title"/>
          </p:nvPr>
        </p:nvSpPr>
        <p:spPr/>
        <p:txBody>
          <a:bodyPr/>
          <a:lstStyle/>
          <a:p>
            <a:r>
              <a:rPr lang="he-IL" dirty="0"/>
              <a:t>כניסת תלמידות - הקיוסק</a:t>
            </a:r>
          </a:p>
        </p:txBody>
      </p:sp>
      <p:sp>
        <p:nvSpPr>
          <p:cNvPr id="3" name="מציין מיקום תוכן 2">
            <a:extLst>
              <a:ext uri="{FF2B5EF4-FFF2-40B4-BE49-F238E27FC236}">
                <a16:creationId xmlns:a16="http://schemas.microsoft.com/office/drawing/2014/main" id="{927EFC5C-B47B-DA8D-7FD5-B0C87E4C5790}"/>
              </a:ext>
            </a:extLst>
          </p:cNvPr>
          <p:cNvSpPr>
            <a:spLocks noGrp="1"/>
          </p:cNvSpPr>
          <p:nvPr>
            <p:ph idx="1"/>
          </p:nvPr>
        </p:nvSpPr>
        <p:spPr/>
        <p:txBody>
          <a:bodyPr>
            <a:normAutofit/>
          </a:bodyPr>
          <a:lstStyle/>
          <a:p>
            <a:r>
              <a:rPr lang="he-IL" dirty="0"/>
              <a:t>צפיה בכל המוצרים </a:t>
            </a:r>
          </a:p>
          <a:p>
            <a:r>
              <a:rPr lang="he-IL" dirty="0"/>
              <a:t>אפשרויות סינון על פי קטגוריות על פי מחיר </a:t>
            </a:r>
          </a:p>
          <a:p>
            <a:r>
              <a:rPr lang="he-IL" dirty="0"/>
              <a:t>הדגשה על מוצרים מסוימים שהם החדשים ביותר, הנמכרים ביותר ועוד </a:t>
            </a:r>
          </a:p>
          <a:p>
            <a:r>
              <a:rPr lang="he-IL" dirty="0"/>
              <a:t>לכל מוצר כתוב שם מוצר, תיאור, לאיזה קטגוריה שייך, כמה במלאי, מחיר, אפשרות להוספת המוצר לסל </a:t>
            </a:r>
          </a:p>
          <a:p>
            <a:r>
              <a:rPr lang="he-IL" dirty="0"/>
              <a:t>אפשרות למעבר לסל הקניות </a:t>
            </a:r>
          </a:p>
          <a:p>
            <a:r>
              <a:rPr lang="he-IL" dirty="0"/>
              <a:t>אפשרות למעבר לתשלום </a:t>
            </a:r>
          </a:p>
          <a:p>
            <a:r>
              <a:rPr lang="he-IL" dirty="0"/>
              <a:t>אפשרות חזרה לפרופיל </a:t>
            </a:r>
          </a:p>
        </p:txBody>
      </p:sp>
    </p:spTree>
    <p:extLst>
      <p:ext uri="{BB962C8B-B14F-4D97-AF65-F5344CB8AC3E}">
        <p14:creationId xmlns:p14="http://schemas.microsoft.com/office/powerpoint/2010/main" val="567978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BDCEDCE-6727-1211-5701-FCA2B4538D89}"/>
              </a:ext>
            </a:extLst>
          </p:cNvPr>
          <p:cNvSpPr>
            <a:spLocks noGrp="1"/>
          </p:cNvSpPr>
          <p:nvPr>
            <p:ph type="title"/>
          </p:nvPr>
        </p:nvSpPr>
        <p:spPr/>
        <p:txBody>
          <a:bodyPr/>
          <a:lstStyle/>
          <a:p>
            <a:r>
              <a:rPr lang="he-IL" dirty="0"/>
              <a:t>כניסת תלמידות – סל הקניות </a:t>
            </a:r>
          </a:p>
        </p:txBody>
      </p:sp>
      <p:sp>
        <p:nvSpPr>
          <p:cNvPr id="3" name="מציין מיקום תוכן 2">
            <a:extLst>
              <a:ext uri="{FF2B5EF4-FFF2-40B4-BE49-F238E27FC236}">
                <a16:creationId xmlns:a16="http://schemas.microsoft.com/office/drawing/2014/main" id="{752A6DB4-0556-934E-B85A-7ED3EBB064A7}"/>
              </a:ext>
            </a:extLst>
          </p:cNvPr>
          <p:cNvSpPr>
            <a:spLocks noGrp="1"/>
          </p:cNvSpPr>
          <p:nvPr>
            <p:ph idx="1"/>
          </p:nvPr>
        </p:nvSpPr>
        <p:spPr/>
        <p:txBody>
          <a:bodyPr>
            <a:normAutofit lnSpcReduction="10000"/>
          </a:bodyPr>
          <a:lstStyle/>
          <a:p>
            <a:r>
              <a:rPr lang="he-IL" dirty="0"/>
              <a:t>צפיה בכל הפריטים בסל </a:t>
            </a:r>
          </a:p>
          <a:p>
            <a:r>
              <a:rPr lang="he-IL" dirty="0"/>
              <a:t>על כל פריט אפשרות למחוק אותו מהסל, </a:t>
            </a:r>
            <a:r>
              <a:rPr lang="he-IL" dirty="0" err="1"/>
              <a:t>צראות</a:t>
            </a:r>
            <a:r>
              <a:rPr lang="he-IL" dirty="0"/>
              <a:t> תמונה, שם, תיאור, מחיר, קטגוריה, אפשרות לעדכון כמות להזמנה </a:t>
            </a:r>
          </a:p>
          <a:p>
            <a:r>
              <a:rPr lang="he-IL" dirty="0"/>
              <a:t>צפיה בעלות על הקניה </a:t>
            </a:r>
          </a:p>
          <a:p>
            <a:r>
              <a:rPr lang="he-IL" dirty="0"/>
              <a:t>כפתור לסיום הזמנה – בעת לחיצה עליו תוצג הודעת הזהרה "אין החלפות והחזרות כלל!" לחיצה על אישור בהודעת ההזהרה תעדכן את כמות השוברים ותשלח מייל לצוות ניהול על ביצוע הזמנה התלמידה תקבל מספר הזמנה לצורך אימות ההזמנה – זמני בשלב עתידי יותר יהיה ממשק ניהול ולשם ישלחו הזמנות שצריכות טיפול </a:t>
            </a:r>
          </a:p>
          <a:p>
            <a:r>
              <a:rPr lang="he-IL" dirty="0"/>
              <a:t>כפתור לחזרה לעמוד הקיוסק </a:t>
            </a:r>
          </a:p>
          <a:p>
            <a:endParaRPr lang="he-IL" dirty="0"/>
          </a:p>
        </p:txBody>
      </p:sp>
    </p:spTree>
    <p:extLst>
      <p:ext uri="{BB962C8B-B14F-4D97-AF65-F5344CB8AC3E}">
        <p14:creationId xmlns:p14="http://schemas.microsoft.com/office/powerpoint/2010/main" val="3372685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מלבן 5">
            <a:extLst>
              <a:ext uri="{FF2B5EF4-FFF2-40B4-BE49-F238E27FC236}">
                <a16:creationId xmlns:a16="http://schemas.microsoft.com/office/drawing/2014/main" id="{0558B633-D71C-4C7C-291F-FED7F61B21B1}"/>
              </a:ext>
            </a:extLst>
          </p:cNvPr>
          <p:cNvSpPr/>
          <p:nvPr/>
        </p:nvSpPr>
        <p:spPr>
          <a:xfrm>
            <a:off x="5438087" y="461913"/>
            <a:ext cx="1857080" cy="300242"/>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מלבן 6">
            <a:extLst>
              <a:ext uri="{FF2B5EF4-FFF2-40B4-BE49-F238E27FC236}">
                <a16:creationId xmlns:a16="http://schemas.microsoft.com/office/drawing/2014/main" id="{D07F6B8E-6076-A314-CC4A-971653C0E912}"/>
              </a:ext>
            </a:extLst>
          </p:cNvPr>
          <p:cNvSpPr/>
          <p:nvPr/>
        </p:nvSpPr>
        <p:spPr>
          <a:xfrm>
            <a:off x="5498574" y="436098"/>
            <a:ext cx="1675459"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התחברות למערכת</a:t>
            </a:r>
          </a:p>
        </p:txBody>
      </p:sp>
      <p:cxnSp>
        <p:nvCxnSpPr>
          <p:cNvPr id="9" name="מחבר חץ ישר 8">
            <a:extLst>
              <a:ext uri="{FF2B5EF4-FFF2-40B4-BE49-F238E27FC236}">
                <a16:creationId xmlns:a16="http://schemas.microsoft.com/office/drawing/2014/main" id="{5995E033-F89A-204F-A7AA-8DB60147C26F}"/>
              </a:ext>
            </a:extLst>
          </p:cNvPr>
          <p:cNvCxnSpPr>
            <a:cxnSpLocks/>
          </p:cNvCxnSpPr>
          <p:nvPr/>
        </p:nvCxnSpPr>
        <p:spPr>
          <a:xfrm flipH="1">
            <a:off x="2366127" y="801278"/>
            <a:ext cx="3692165"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מחבר חץ ישר 9">
            <a:extLst>
              <a:ext uri="{FF2B5EF4-FFF2-40B4-BE49-F238E27FC236}">
                <a16:creationId xmlns:a16="http://schemas.microsoft.com/office/drawing/2014/main" id="{718119C5-4C65-EC7C-08C3-E3E47EC01517}"/>
              </a:ext>
            </a:extLst>
          </p:cNvPr>
          <p:cNvCxnSpPr>
            <a:cxnSpLocks/>
          </p:cNvCxnSpPr>
          <p:nvPr/>
        </p:nvCxnSpPr>
        <p:spPr>
          <a:xfrm>
            <a:off x="6391371" y="801278"/>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מחבר חץ ישר 14">
            <a:extLst>
              <a:ext uri="{FF2B5EF4-FFF2-40B4-BE49-F238E27FC236}">
                <a16:creationId xmlns:a16="http://schemas.microsoft.com/office/drawing/2014/main" id="{C528C623-9414-B3E0-B94D-2568DD3562B6}"/>
              </a:ext>
            </a:extLst>
          </p:cNvPr>
          <p:cNvCxnSpPr>
            <a:cxnSpLocks/>
          </p:cNvCxnSpPr>
          <p:nvPr/>
        </p:nvCxnSpPr>
        <p:spPr>
          <a:xfrm flipH="1" flipV="1">
            <a:off x="6660821" y="822284"/>
            <a:ext cx="3557440" cy="34663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מלבן 17">
            <a:extLst>
              <a:ext uri="{FF2B5EF4-FFF2-40B4-BE49-F238E27FC236}">
                <a16:creationId xmlns:a16="http://schemas.microsoft.com/office/drawing/2014/main" id="{01028E91-B88C-A4D8-E753-80C3864A2F34}"/>
              </a:ext>
            </a:extLst>
          </p:cNvPr>
          <p:cNvSpPr/>
          <p:nvPr/>
        </p:nvSpPr>
        <p:spPr>
          <a:xfrm>
            <a:off x="9916997" y="1168923"/>
            <a:ext cx="1538140" cy="471341"/>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9" name="מלבן 18">
            <a:extLst>
              <a:ext uri="{FF2B5EF4-FFF2-40B4-BE49-F238E27FC236}">
                <a16:creationId xmlns:a16="http://schemas.microsoft.com/office/drawing/2014/main" id="{CB609F32-2C63-B79C-7827-E9CAC95A52B9}"/>
              </a:ext>
            </a:extLst>
          </p:cNvPr>
          <p:cNvSpPr/>
          <p:nvPr/>
        </p:nvSpPr>
        <p:spPr>
          <a:xfrm>
            <a:off x="1673226" y="1179691"/>
            <a:ext cx="1538140" cy="471341"/>
          </a:xfrm>
          <a:prstGeom prst="rect">
            <a:avLst/>
          </a:prstGeom>
          <a:solidFill>
            <a:schemeClr val="accent4">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0" name="מלבן 19">
            <a:extLst>
              <a:ext uri="{FF2B5EF4-FFF2-40B4-BE49-F238E27FC236}">
                <a16:creationId xmlns:a16="http://schemas.microsoft.com/office/drawing/2014/main" id="{FFDEDADF-CFAE-2F60-E273-BA7D8D14F29B}"/>
              </a:ext>
            </a:extLst>
          </p:cNvPr>
          <p:cNvSpPr/>
          <p:nvPr/>
        </p:nvSpPr>
        <p:spPr>
          <a:xfrm>
            <a:off x="5757027" y="1170264"/>
            <a:ext cx="1538140" cy="471341"/>
          </a:xfrm>
          <a:prstGeom prst="rect">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2" name="מלבן 21">
            <a:extLst>
              <a:ext uri="{FF2B5EF4-FFF2-40B4-BE49-F238E27FC236}">
                <a16:creationId xmlns:a16="http://schemas.microsoft.com/office/drawing/2014/main" id="{DAF9FF1D-25C8-DF99-2D58-405CE4B56072}"/>
              </a:ext>
            </a:extLst>
          </p:cNvPr>
          <p:cNvSpPr/>
          <p:nvPr/>
        </p:nvSpPr>
        <p:spPr>
          <a:xfrm>
            <a:off x="10233059" y="1199356"/>
            <a:ext cx="906018"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מורות</a:t>
            </a:r>
          </a:p>
        </p:txBody>
      </p:sp>
      <p:sp>
        <p:nvSpPr>
          <p:cNvPr id="23" name="מלבן 22">
            <a:extLst>
              <a:ext uri="{FF2B5EF4-FFF2-40B4-BE49-F238E27FC236}">
                <a16:creationId xmlns:a16="http://schemas.microsoft.com/office/drawing/2014/main" id="{384F41DF-960A-2766-B7D5-3E330E0D0736}"/>
              </a:ext>
            </a:extLst>
          </p:cNvPr>
          <p:cNvSpPr/>
          <p:nvPr/>
        </p:nvSpPr>
        <p:spPr>
          <a:xfrm>
            <a:off x="5936770" y="1226066"/>
            <a:ext cx="1132041"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תלמידות</a:t>
            </a:r>
          </a:p>
        </p:txBody>
      </p:sp>
      <p:sp>
        <p:nvSpPr>
          <p:cNvPr id="24" name="מלבן 23">
            <a:extLst>
              <a:ext uri="{FF2B5EF4-FFF2-40B4-BE49-F238E27FC236}">
                <a16:creationId xmlns:a16="http://schemas.microsoft.com/office/drawing/2014/main" id="{06D7706E-4422-2808-A1E8-22C828A08854}"/>
              </a:ext>
            </a:extLst>
          </p:cNvPr>
          <p:cNvSpPr/>
          <p:nvPr/>
        </p:nvSpPr>
        <p:spPr>
          <a:xfrm>
            <a:off x="1619263" y="1229207"/>
            <a:ext cx="1592103"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ניהולי - עתידני</a:t>
            </a:r>
          </a:p>
        </p:txBody>
      </p:sp>
      <p:sp>
        <p:nvSpPr>
          <p:cNvPr id="25" name="מלבן 24">
            <a:extLst>
              <a:ext uri="{FF2B5EF4-FFF2-40B4-BE49-F238E27FC236}">
                <a16:creationId xmlns:a16="http://schemas.microsoft.com/office/drawing/2014/main" id="{B4B5CE69-CD25-455D-B11D-61DE4AA46088}"/>
              </a:ext>
            </a:extLst>
          </p:cNvPr>
          <p:cNvSpPr/>
          <p:nvPr/>
        </p:nvSpPr>
        <p:spPr>
          <a:xfrm>
            <a:off x="10122291" y="1885361"/>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7" name="מלבן 26">
            <a:extLst>
              <a:ext uri="{FF2B5EF4-FFF2-40B4-BE49-F238E27FC236}">
                <a16:creationId xmlns:a16="http://schemas.microsoft.com/office/drawing/2014/main" id="{12DB0C52-B78F-25CA-9C87-E37880CD430A}"/>
              </a:ext>
            </a:extLst>
          </p:cNvPr>
          <p:cNvSpPr/>
          <p:nvPr/>
        </p:nvSpPr>
        <p:spPr>
          <a:xfrm>
            <a:off x="10120197" y="3308807"/>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29" name="מחבר חץ ישר 28">
            <a:extLst>
              <a:ext uri="{FF2B5EF4-FFF2-40B4-BE49-F238E27FC236}">
                <a16:creationId xmlns:a16="http://schemas.microsoft.com/office/drawing/2014/main" id="{A5390356-98EA-0ACA-239C-A2D2B8701CEA}"/>
              </a:ext>
            </a:extLst>
          </p:cNvPr>
          <p:cNvCxnSpPr>
            <a:cxnSpLocks/>
          </p:cNvCxnSpPr>
          <p:nvPr/>
        </p:nvCxnSpPr>
        <p:spPr>
          <a:xfrm>
            <a:off x="10645479" y="1640265"/>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מלבן 31">
            <a:extLst>
              <a:ext uri="{FF2B5EF4-FFF2-40B4-BE49-F238E27FC236}">
                <a16:creationId xmlns:a16="http://schemas.microsoft.com/office/drawing/2014/main" id="{0542C143-EC34-1F4B-94E7-BF1E1AA1AB69}"/>
              </a:ext>
            </a:extLst>
          </p:cNvPr>
          <p:cNvSpPr/>
          <p:nvPr/>
        </p:nvSpPr>
        <p:spPr>
          <a:xfrm>
            <a:off x="10101540" y="1977550"/>
            <a:ext cx="1027523" cy="1015663"/>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מצב כלל התלמידות </a:t>
            </a:r>
            <a:r>
              <a:rPr lang="he-IL" sz="1200" dirty="0">
                <a:ln w="0"/>
                <a:effectLst>
                  <a:outerShdw blurRad="38100" dist="19050" dir="2700000" algn="tl" rotWithShape="0">
                    <a:schemeClr val="dk1">
                      <a:alpha val="40000"/>
                    </a:schemeClr>
                  </a:outerShdw>
                </a:effectLst>
              </a:rPr>
              <a:t>(כל </a:t>
            </a:r>
            <a:r>
              <a:rPr lang="he-IL" sz="1200" dirty="0" err="1">
                <a:ln w="0"/>
                <a:effectLst>
                  <a:outerShdw blurRad="38100" dist="19050" dir="2700000" algn="tl" rotWithShape="0">
                    <a:schemeClr val="dk1">
                      <a:alpha val="40000"/>
                    </a:schemeClr>
                  </a:outerShdw>
                </a:effectLst>
              </a:rPr>
              <a:t>טאב</a:t>
            </a:r>
            <a:r>
              <a:rPr lang="he-IL" sz="1200" dirty="0">
                <a:ln w="0"/>
                <a:effectLst>
                  <a:outerShdw blurRad="38100" dist="19050" dir="2700000" algn="tl" rotWithShape="0">
                    <a:schemeClr val="dk1">
                      <a:alpha val="40000"/>
                    </a:schemeClr>
                  </a:outerShdw>
                </a:effectLst>
              </a:rPr>
              <a:t> הוא שבועי מחולק לפי הימים)</a:t>
            </a:r>
            <a:endParaRPr lang="he-IL" sz="1200" b="0" cap="none" spc="0" dirty="0">
              <a:ln w="0"/>
              <a:solidFill>
                <a:schemeClr val="tx1"/>
              </a:solidFill>
              <a:effectLst>
                <a:outerShdw blurRad="38100" dist="19050" dir="2700000" algn="tl" rotWithShape="0">
                  <a:schemeClr val="dk1">
                    <a:alpha val="40000"/>
                  </a:schemeClr>
                </a:outerShdw>
              </a:effectLst>
            </a:endParaRPr>
          </a:p>
        </p:txBody>
      </p:sp>
      <p:sp>
        <p:nvSpPr>
          <p:cNvPr id="33" name="מלבן 32">
            <a:extLst>
              <a:ext uri="{FF2B5EF4-FFF2-40B4-BE49-F238E27FC236}">
                <a16:creationId xmlns:a16="http://schemas.microsoft.com/office/drawing/2014/main" id="{CA4ECD22-A71E-AA58-B681-5AA875756124}"/>
              </a:ext>
            </a:extLst>
          </p:cNvPr>
          <p:cNvSpPr/>
          <p:nvPr/>
        </p:nvSpPr>
        <p:spPr>
          <a:xfrm>
            <a:off x="10120197" y="3373513"/>
            <a:ext cx="1027523" cy="1077218"/>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מצב תלמידה + אפשרויות עדכון</a:t>
            </a:r>
          </a:p>
        </p:txBody>
      </p:sp>
      <p:cxnSp>
        <p:nvCxnSpPr>
          <p:cNvPr id="34" name="מחבר חץ ישר 33">
            <a:extLst>
              <a:ext uri="{FF2B5EF4-FFF2-40B4-BE49-F238E27FC236}">
                <a16:creationId xmlns:a16="http://schemas.microsoft.com/office/drawing/2014/main" id="{4663F16F-A7AD-74DD-7E1F-55F6BEEEF1AD}"/>
              </a:ext>
            </a:extLst>
          </p:cNvPr>
          <p:cNvCxnSpPr>
            <a:cxnSpLocks/>
          </p:cNvCxnSpPr>
          <p:nvPr/>
        </p:nvCxnSpPr>
        <p:spPr>
          <a:xfrm>
            <a:off x="10645479" y="3091992"/>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5" name="מלבן 34">
            <a:extLst>
              <a:ext uri="{FF2B5EF4-FFF2-40B4-BE49-F238E27FC236}">
                <a16:creationId xmlns:a16="http://schemas.microsoft.com/office/drawing/2014/main" id="{A62736AC-E924-3B93-5CAB-4DAB1001EA39}"/>
              </a:ext>
            </a:extLst>
          </p:cNvPr>
          <p:cNvSpPr/>
          <p:nvPr/>
        </p:nvSpPr>
        <p:spPr>
          <a:xfrm>
            <a:off x="6058292" y="1885361"/>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36" name="מלבן 35">
            <a:extLst>
              <a:ext uri="{FF2B5EF4-FFF2-40B4-BE49-F238E27FC236}">
                <a16:creationId xmlns:a16="http://schemas.microsoft.com/office/drawing/2014/main" id="{F7FFBCAD-B22C-0FD0-7802-41318B3BBF19}"/>
              </a:ext>
            </a:extLst>
          </p:cNvPr>
          <p:cNvSpPr/>
          <p:nvPr/>
        </p:nvSpPr>
        <p:spPr>
          <a:xfrm>
            <a:off x="6092594" y="2111605"/>
            <a:ext cx="1027523" cy="584775"/>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פרופיל אישי</a:t>
            </a:r>
          </a:p>
        </p:txBody>
      </p:sp>
      <p:sp>
        <p:nvSpPr>
          <p:cNvPr id="37" name="מלבן 36">
            <a:extLst>
              <a:ext uri="{FF2B5EF4-FFF2-40B4-BE49-F238E27FC236}">
                <a16:creationId xmlns:a16="http://schemas.microsoft.com/office/drawing/2014/main" id="{4106288C-DEE5-68D3-2B94-94150E761F21}"/>
              </a:ext>
            </a:extLst>
          </p:cNvPr>
          <p:cNvSpPr/>
          <p:nvPr/>
        </p:nvSpPr>
        <p:spPr>
          <a:xfrm>
            <a:off x="5539502" y="3336120"/>
            <a:ext cx="2228184" cy="900915"/>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9" name="מלבן 38">
            <a:extLst>
              <a:ext uri="{FF2B5EF4-FFF2-40B4-BE49-F238E27FC236}">
                <a16:creationId xmlns:a16="http://schemas.microsoft.com/office/drawing/2014/main" id="{50C5613F-6668-14F8-6E5C-99CD9540CBC1}"/>
              </a:ext>
            </a:extLst>
          </p:cNvPr>
          <p:cNvSpPr/>
          <p:nvPr/>
        </p:nvSpPr>
        <p:spPr>
          <a:xfrm>
            <a:off x="6139832" y="3561992"/>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הקיוסק</a:t>
            </a:r>
          </a:p>
        </p:txBody>
      </p:sp>
      <p:sp>
        <p:nvSpPr>
          <p:cNvPr id="40" name="מלבן 39">
            <a:extLst>
              <a:ext uri="{FF2B5EF4-FFF2-40B4-BE49-F238E27FC236}">
                <a16:creationId xmlns:a16="http://schemas.microsoft.com/office/drawing/2014/main" id="{8BBB2050-855A-D1CA-559C-18E2E2986122}"/>
              </a:ext>
            </a:extLst>
          </p:cNvPr>
          <p:cNvSpPr/>
          <p:nvPr/>
        </p:nvSpPr>
        <p:spPr>
          <a:xfrm>
            <a:off x="6749590" y="4432192"/>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1" name="מלבן 40">
            <a:extLst>
              <a:ext uri="{FF2B5EF4-FFF2-40B4-BE49-F238E27FC236}">
                <a16:creationId xmlns:a16="http://schemas.microsoft.com/office/drawing/2014/main" id="{25CD0EA2-8D5F-1BE7-B6FD-D613C8EBFAA1}"/>
              </a:ext>
            </a:extLst>
          </p:cNvPr>
          <p:cNvSpPr/>
          <p:nvPr/>
        </p:nvSpPr>
        <p:spPr>
          <a:xfrm>
            <a:off x="6740162" y="4786507"/>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סל קניות</a:t>
            </a:r>
          </a:p>
        </p:txBody>
      </p:sp>
      <p:cxnSp>
        <p:nvCxnSpPr>
          <p:cNvPr id="42" name="מחבר חץ ישר 41">
            <a:extLst>
              <a:ext uri="{FF2B5EF4-FFF2-40B4-BE49-F238E27FC236}">
                <a16:creationId xmlns:a16="http://schemas.microsoft.com/office/drawing/2014/main" id="{94E94A2A-CCB7-4643-9C23-EB17D12BE3BB}"/>
              </a:ext>
            </a:extLst>
          </p:cNvPr>
          <p:cNvCxnSpPr>
            <a:cxnSpLocks/>
          </p:cNvCxnSpPr>
          <p:nvPr/>
        </p:nvCxnSpPr>
        <p:spPr>
          <a:xfrm>
            <a:off x="6396083" y="1537910"/>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מחבר חץ ישר 42">
            <a:extLst>
              <a:ext uri="{FF2B5EF4-FFF2-40B4-BE49-F238E27FC236}">
                <a16:creationId xmlns:a16="http://schemas.microsoft.com/office/drawing/2014/main" id="{CA941C30-7F41-4F85-D16F-7757AD16E673}"/>
              </a:ext>
            </a:extLst>
          </p:cNvPr>
          <p:cNvCxnSpPr>
            <a:cxnSpLocks/>
          </p:cNvCxnSpPr>
          <p:nvPr/>
        </p:nvCxnSpPr>
        <p:spPr>
          <a:xfrm>
            <a:off x="6488647" y="3030717"/>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4" name="מחבר חץ ישר 43">
            <a:extLst>
              <a:ext uri="{FF2B5EF4-FFF2-40B4-BE49-F238E27FC236}">
                <a16:creationId xmlns:a16="http://schemas.microsoft.com/office/drawing/2014/main" id="{1EDC9C5F-C2EC-51E3-6CE0-A14A74056AA7}"/>
              </a:ext>
            </a:extLst>
          </p:cNvPr>
          <p:cNvCxnSpPr>
            <a:cxnSpLocks/>
          </p:cNvCxnSpPr>
          <p:nvPr/>
        </p:nvCxnSpPr>
        <p:spPr>
          <a:xfrm>
            <a:off x="7253923" y="4147793"/>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 name="מלבן 44">
            <a:extLst>
              <a:ext uri="{FF2B5EF4-FFF2-40B4-BE49-F238E27FC236}">
                <a16:creationId xmlns:a16="http://schemas.microsoft.com/office/drawing/2014/main" id="{856928BC-A507-9EC2-5BFF-32A277B8590C}"/>
              </a:ext>
            </a:extLst>
          </p:cNvPr>
          <p:cNvSpPr/>
          <p:nvPr/>
        </p:nvSpPr>
        <p:spPr>
          <a:xfrm>
            <a:off x="7021004" y="5830929"/>
            <a:ext cx="548326" cy="750979"/>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6" name="מלבן 45">
            <a:extLst>
              <a:ext uri="{FF2B5EF4-FFF2-40B4-BE49-F238E27FC236}">
                <a16:creationId xmlns:a16="http://schemas.microsoft.com/office/drawing/2014/main" id="{1C099335-6198-7211-2079-D5BD049955D7}"/>
              </a:ext>
            </a:extLst>
          </p:cNvPr>
          <p:cNvSpPr/>
          <p:nvPr/>
        </p:nvSpPr>
        <p:spPr>
          <a:xfrm>
            <a:off x="6792010" y="5909892"/>
            <a:ext cx="1027523" cy="584775"/>
          </a:xfrm>
          <a:prstGeom prst="rect">
            <a:avLst/>
          </a:prstGeom>
          <a:noFill/>
        </p:spPr>
        <p:txBody>
          <a:bodyPr wrap="square" lIns="91440" tIns="45720" rIns="91440" bIns="45720">
            <a:spAutoFit/>
          </a:bodyPr>
          <a:lstStyle/>
          <a:p>
            <a:pPr algn="ctr"/>
            <a:r>
              <a:rPr lang="he-IL" sz="1600" dirty="0">
                <a:ln w="0"/>
                <a:effectLst>
                  <a:outerShdw blurRad="38100" dist="19050" dir="2700000" algn="tl" rotWithShape="0">
                    <a:schemeClr val="dk1">
                      <a:alpha val="40000"/>
                    </a:schemeClr>
                  </a:outerShdw>
                </a:effectLst>
              </a:rPr>
              <a:t>אישור קניה</a:t>
            </a:r>
            <a:endParaRPr lang="he-IL" sz="1600" b="0" cap="none" spc="0" dirty="0">
              <a:ln w="0"/>
              <a:solidFill>
                <a:schemeClr val="tx1"/>
              </a:solidFill>
              <a:effectLst>
                <a:outerShdw blurRad="38100" dist="19050" dir="2700000" algn="tl" rotWithShape="0">
                  <a:schemeClr val="dk1">
                    <a:alpha val="40000"/>
                  </a:schemeClr>
                </a:outerShdw>
              </a:effectLst>
            </a:endParaRPr>
          </a:p>
        </p:txBody>
      </p:sp>
      <p:cxnSp>
        <p:nvCxnSpPr>
          <p:cNvPr id="47" name="מחבר חץ ישר 46">
            <a:extLst>
              <a:ext uri="{FF2B5EF4-FFF2-40B4-BE49-F238E27FC236}">
                <a16:creationId xmlns:a16="http://schemas.microsoft.com/office/drawing/2014/main" id="{8E858565-EF14-35EC-210A-0D7AB1B7CBB1}"/>
              </a:ext>
            </a:extLst>
          </p:cNvPr>
          <p:cNvCxnSpPr>
            <a:cxnSpLocks/>
          </p:cNvCxnSpPr>
          <p:nvPr/>
        </p:nvCxnSpPr>
        <p:spPr>
          <a:xfrm>
            <a:off x="7253923" y="5542247"/>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מלבן 47">
            <a:extLst>
              <a:ext uri="{FF2B5EF4-FFF2-40B4-BE49-F238E27FC236}">
                <a16:creationId xmlns:a16="http://schemas.microsoft.com/office/drawing/2014/main" id="{7A8ED8DB-3D31-88A9-14BA-0D4DD06F5825}"/>
              </a:ext>
            </a:extLst>
          </p:cNvPr>
          <p:cNvSpPr/>
          <p:nvPr/>
        </p:nvSpPr>
        <p:spPr>
          <a:xfrm>
            <a:off x="5544530" y="4438995"/>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9" name="מלבן 48">
            <a:extLst>
              <a:ext uri="{FF2B5EF4-FFF2-40B4-BE49-F238E27FC236}">
                <a16:creationId xmlns:a16="http://schemas.microsoft.com/office/drawing/2014/main" id="{F4C1AD0E-B008-A96E-7756-3558B867F6AE}"/>
              </a:ext>
            </a:extLst>
          </p:cNvPr>
          <p:cNvSpPr/>
          <p:nvPr/>
        </p:nvSpPr>
        <p:spPr>
          <a:xfrm>
            <a:off x="5498574" y="4786507"/>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פרטי מוצר</a:t>
            </a:r>
          </a:p>
        </p:txBody>
      </p:sp>
      <p:cxnSp>
        <p:nvCxnSpPr>
          <p:cNvPr id="50" name="מחבר חץ ישר 49">
            <a:extLst>
              <a:ext uri="{FF2B5EF4-FFF2-40B4-BE49-F238E27FC236}">
                <a16:creationId xmlns:a16="http://schemas.microsoft.com/office/drawing/2014/main" id="{CF61C0CF-B120-62A4-F721-5D5BD121ED37}"/>
              </a:ext>
            </a:extLst>
          </p:cNvPr>
          <p:cNvCxnSpPr>
            <a:cxnSpLocks/>
          </p:cNvCxnSpPr>
          <p:nvPr/>
        </p:nvCxnSpPr>
        <p:spPr>
          <a:xfrm>
            <a:off x="5952479" y="4147793"/>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1" name="מחבר חץ ישר 50">
            <a:extLst>
              <a:ext uri="{FF2B5EF4-FFF2-40B4-BE49-F238E27FC236}">
                <a16:creationId xmlns:a16="http://schemas.microsoft.com/office/drawing/2014/main" id="{D50B463C-4591-1308-B1AF-43C5AB0E49C3}"/>
              </a:ext>
            </a:extLst>
          </p:cNvPr>
          <p:cNvCxnSpPr>
            <a:cxnSpLocks/>
            <a:stCxn id="48" idx="3"/>
            <a:endCxn id="40" idx="1"/>
          </p:cNvCxnSpPr>
          <p:nvPr/>
        </p:nvCxnSpPr>
        <p:spPr>
          <a:xfrm flipV="1">
            <a:off x="6572053" y="5035508"/>
            <a:ext cx="177537" cy="6803"/>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מלבן 3">
            <a:extLst>
              <a:ext uri="{FF2B5EF4-FFF2-40B4-BE49-F238E27FC236}">
                <a16:creationId xmlns:a16="http://schemas.microsoft.com/office/drawing/2014/main" id="{51EF4D5A-071A-A90B-5E17-C879DE8B796F}"/>
              </a:ext>
            </a:extLst>
          </p:cNvPr>
          <p:cNvSpPr/>
          <p:nvPr/>
        </p:nvSpPr>
        <p:spPr>
          <a:xfrm>
            <a:off x="10615302" y="4675542"/>
            <a:ext cx="607367" cy="773152"/>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11" name="מלבן 10">
            <a:extLst>
              <a:ext uri="{FF2B5EF4-FFF2-40B4-BE49-F238E27FC236}">
                <a16:creationId xmlns:a16="http://schemas.microsoft.com/office/drawing/2014/main" id="{26EB523D-539F-4DBE-3155-F6D3CF486E8B}"/>
              </a:ext>
            </a:extLst>
          </p:cNvPr>
          <p:cNvSpPr/>
          <p:nvPr/>
        </p:nvSpPr>
        <p:spPr>
          <a:xfrm>
            <a:off x="11336848" y="4675542"/>
            <a:ext cx="607367" cy="773152"/>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מלבן 7">
            <a:extLst>
              <a:ext uri="{FF2B5EF4-FFF2-40B4-BE49-F238E27FC236}">
                <a16:creationId xmlns:a16="http://schemas.microsoft.com/office/drawing/2014/main" id="{3550F8B5-3958-C298-4152-1A376A9ABADE}"/>
              </a:ext>
            </a:extLst>
          </p:cNvPr>
          <p:cNvSpPr/>
          <p:nvPr/>
        </p:nvSpPr>
        <p:spPr>
          <a:xfrm>
            <a:off x="11250333" y="4626811"/>
            <a:ext cx="855872" cy="830997"/>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עדכון מספר נקודות שבועי</a:t>
            </a:r>
          </a:p>
        </p:txBody>
      </p:sp>
      <p:sp>
        <p:nvSpPr>
          <p:cNvPr id="12" name="מלבן 11">
            <a:extLst>
              <a:ext uri="{FF2B5EF4-FFF2-40B4-BE49-F238E27FC236}">
                <a16:creationId xmlns:a16="http://schemas.microsoft.com/office/drawing/2014/main" id="{E66F68F3-D7E0-5611-D666-B5ACD7D77B52}"/>
              </a:ext>
            </a:extLst>
          </p:cNvPr>
          <p:cNvSpPr/>
          <p:nvPr/>
        </p:nvSpPr>
        <p:spPr>
          <a:xfrm>
            <a:off x="10491749" y="4617697"/>
            <a:ext cx="855872" cy="830997"/>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עדכון אישור שובר או ביטולו</a:t>
            </a:r>
          </a:p>
        </p:txBody>
      </p:sp>
      <p:cxnSp>
        <p:nvCxnSpPr>
          <p:cNvPr id="13" name="מחבר חץ ישר 12">
            <a:extLst>
              <a:ext uri="{FF2B5EF4-FFF2-40B4-BE49-F238E27FC236}">
                <a16:creationId xmlns:a16="http://schemas.microsoft.com/office/drawing/2014/main" id="{3E2827CF-FAF1-31D3-8DFF-7EEF1F1589F6}"/>
              </a:ext>
            </a:extLst>
          </p:cNvPr>
          <p:cNvCxnSpPr>
            <a:cxnSpLocks/>
          </p:cNvCxnSpPr>
          <p:nvPr/>
        </p:nvCxnSpPr>
        <p:spPr>
          <a:xfrm>
            <a:off x="10769729" y="4487157"/>
            <a:ext cx="0" cy="188384"/>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מחבר חץ ישר 13">
            <a:extLst>
              <a:ext uri="{FF2B5EF4-FFF2-40B4-BE49-F238E27FC236}">
                <a16:creationId xmlns:a16="http://schemas.microsoft.com/office/drawing/2014/main" id="{DA55897D-0E3E-5587-C6A9-CDED88F8A0AB}"/>
              </a:ext>
            </a:extLst>
          </p:cNvPr>
          <p:cNvCxnSpPr>
            <a:cxnSpLocks/>
          </p:cNvCxnSpPr>
          <p:nvPr/>
        </p:nvCxnSpPr>
        <p:spPr>
          <a:xfrm>
            <a:off x="11021501" y="4529578"/>
            <a:ext cx="507033" cy="145963"/>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מלבן 16">
            <a:extLst>
              <a:ext uri="{FF2B5EF4-FFF2-40B4-BE49-F238E27FC236}">
                <a16:creationId xmlns:a16="http://schemas.microsoft.com/office/drawing/2014/main" id="{F3655F1B-2B88-56D9-B6CC-2479172768FD}"/>
              </a:ext>
            </a:extLst>
          </p:cNvPr>
          <p:cNvSpPr/>
          <p:nvPr/>
        </p:nvSpPr>
        <p:spPr>
          <a:xfrm>
            <a:off x="9855328" y="4667547"/>
            <a:ext cx="607367" cy="781148"/>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21" name="מלבן 20">
            <a:extLst>
              <a:ext uri="{FF2B5EF4-FFF2-40B4-BE49-F238E27FC236}">
                <a16:creationId xmlns:a16="http://schemas.microsoft.com/office/drawing/2014/main" id="{BF471252-BA02-AD73-5409-084635F5BEF2}"/>
              </a:ext>
            </a:extLst>
          </p:cNvPr>
          <p:cNvSpPr/>
          <p:nvPr/>
        </p:nvSpPr>
        <p:spPr>
          <a:xfrm>
            <a:off x="9750052" y="4704603"/>
            <a:ext cx="850723" cy="646331"/>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הוספת הערה לתלמידה </a:t>
            </a:r>
          </a:p>
        </p:txBody>
      </p:sp>
      <p:cxnSp>
        <p:nvCxnSpPr>
          <p:cNvPr id="26" name="מחבר חץ ישר 25">
            <a:extLst>
              <a:ext uri="{FF2B5EF4-FFF2-40B4-BE49-F238E27FC236}">
                <a16:creationId xmlns:a16="http://schemas.microsoft.com/office/drawing/2014/main" id="{4D472921-A6C0-E139-3991-D45F45AB9D5E}"/>
              </a:ext>
            </a:extLst>
          </p:cNvPr>
          <p:cNvCxnSpPr>
            <a:cxnSpLocks/>
            <a:endCxn id="17" idx="0"/>
          </p:cNvCxnSpPr>
          <p:nvPr/>
        </p:nvCxnSpPr>
        <p:spPr>
          <a:xfrm flipH="1">
            <a:off x="10159012" y="4515437"/>
            <a:ext cx="174996" cy="15211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 name="מחבר חץ ישר 1">
            <a:extLst>
              <a:ext uri="{FF2B5EF4-FFF2-40B4-BE49-F238E27FC236}">
                <a16:creationId xmlns:a16="http://schemas.microsoft.com/office/drawing/2014/main" id="{0821E5F6-9D8B-E692-5C25-307B8CB7DB33}"/>
              </a:ext>
            </a:extLst>
          </p:cNvPr>
          <p:cNvCxnSpPr>
            <a:cxnSpLocks/>
          </p:cNvCxnSpPr>
          <p:nvPr/>
        </p:nvCxnSpPr>
        <p:spPr>
          <a:xfrm>
            <a:off x="10414134" y="3083995"/>
            <a:ext cx="269413" cy="159154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 name="מחבר חץ ישר 2">
            <a:extLst>
              <a:ext uri="{FF2B5EF4-FFF2-40B4-BE49-F238E27FC236}">
                <a16:creationId xmlns:a16="http://schemas.microsoft.com/office/drawing/2014/main" id="{2E62C2B8-DB59-57F3-1701-2BC462BC1517}"/>
              </a:ext>
            </a:extLst>
          </p:cNvPr>
          <p:cNvCxnSpPr>
            <a:cxnSpLocks/>
            <a:endCxn id="11" idx="0"/>
          </p:cNvCxnSpPr>
          <p:nvPr/>
        </p:nvCxnSpPr>
        <p:spPr>
          <a:xfrm>
            <a:off x="10860134" y="3063710"/>
            <a:ext cx="780398" cy="1611832"/>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מלבן 55">
            <a:extLst>
              <a:ext uri="{FF2B5EF4-FFF2-40B4-BE49-F238E27FC236}">
                <a16:creationId xmlns:a16="http://schemas.microsoft.com/office/drawing/2014/main" id="{D1B3642A-B34A-7EAA-7259-2806B1671E9D}"/>
              </a:ext>
            </a:extLst>
          </p:cNvPr>
          <p:cNvSpPr/>
          <p:nvPr/>
        </p:nvSpPr>
        <p:spPr>
          <a:xfrm>
            <a:off x="8800977" y="3123417"/>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8" name="מלבן 57">
            <a:extLst>
              <a:ext uri="{FF2B5EF4-FFF2-40B4-BE49-F238E27FC236}">
                <a16:creationId xmlns:a16="http://schemas.microsoft.com/office/drawing/2014/main" id="{8B8C23A1-CBA6-F5A9-628A-6E79B44FD1CD}"/>
              </a:ext>
            </a:extLst>
          </p:cNvPr>
          <p:cNvSpPr/>
          <p:nvPr/>
        </p:nvSpPr>
        <p:spPr>
          <a:xfrm>
            <a:off x="8799857" y="3695081"/>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9" name="מלבן 58">
            <a:extLst>
              <a:ext uri="{FF2B5EF4-FFF2-40B4-BE49-F238E27FC236}">
                <a16:creationId xmlns:a16="http://schemas.microsoft.com/office/drawing/2014/main" id="{0073B0F3-13E2-E5A3-6959-15482DF2D3DA}"/>
              </a:ext>
            </a:extLst>
          </p:cNvPr>
          <p:cNvSpPr/>
          <p:nvPr/>
        </p:nvSpPr>
        <p:spPr>
          <a:xfrm>
            <a:off x="8799856" y="4255494"/>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60" name="מחבר חץ ישר 59">
            <a:extLst>
              <a:ext uri="{FF2B5EF4-FFF2-40B4-BE49-F238E27FC236}">
                <a16:creationId xmlns:a16="http://schemas.microsoft.com/office/drawing/2014/main" id="{BBAA92BC-4AD1-9A7A-102B-E76B90A69533}"/>
              </a:ext>
            </a:extLst>
          </p:cNvPr>
          <p:cNvCxnSpPr>
            <a:cxnSpLocks/>
            <a:stCxn id="56" idx="3"/>
            <a:endCxn id="33" idx="1"/>
          </p:cNvCxnSpPr>
          <p:nvPr/>
        </p:nvCxnSpPr>
        <p:spPr>
          <a:xfrm>
            <a:off x="9828500" y="3357083"/>
            <a:ext cx="291697" cy="55503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1" name="מחבר חץ ישר 60">
            <a:extLst>
              <a:ext uri="{FF2B5EF4-FFF2-40B4-BE49-F238E27FC236}">
                <a16:creationId xmlns:a16="http://schemas.microsoft.com/office/drawing/2014/main" id="{8C157359-7515-C7B4-CF6B-51F0AA255B4F}"/>
              </a:ext>
            </a:extLst>
          </p:cNvPr>
          <p:cNvCxnSpPr>
            <a:cxnSpLocks/>
            <a:stCxn id="58" idx="3"/>
            <a:endCxn id="33" idx="1"/>
          </p:cNvCxnSpPr>
          <p:nvPr/>
        </p:nvCxnSpPr>
        <p:spPr>
          <a:xfrm flipV="1">
            <a:off x="9827380" y="3912122"/>
            <a:ext cx="292817" cy="1662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מחבר חץ ישר 61">
            <a:extLst>
              <a:ext uri="{FF2B5EF4-FFF2-40B4-BE49-F238E27FC236}">
                <a16:creationId xmlns:a16="http://schemas.microsoft.com/office/drawing/2014/main" id="{C2D46632-88A9-0C53-EDBD-4CDF1921A3D0}"/>
              </a:ext>
            </a:extLst>
          </p:cNvPr>
          <p:cNvCxnSpPr>
            <a:cxnSpLocks/>
            <a:stCxn id="59" idx="3"/>
            <a:endCxn id="33" idx="1"/>
          </p:cNvCxnSpPr>
          <p:nvPr/>
        </p:nvCxnSpPr>
        <p:spPr>
          <a:xfrm flipV="1">
            <a:off x="9827379" y="3912122"/>
            <a:ext cx="292818" cy="57703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9" name="מלבן 68">
            <a:extLst>
              <a:ext uri="{FF2B5EF4-FFF2-40B4-BE49-F238E27FC236}">
                <a16:creationId xmlns:a16="http://schemas.microsoft.com/office/drawing/2014/main" id="{DBA0BEB1-65FC-E291-A047-D355680595A7}"/>
              </a:ext>
            </a:extLst>
          </p:cNvPr>
          <p:cNvSpPr/>
          <p:nvPr/>
        </p:nvSpPr>
        <p:spPr>
          <a:xfrm>
            <a:off x="8810191" y="4281454"/>
            <a:ext cx="984565"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סינון שנתי</a:t>
            </a:r>
          </a:p>
        </p:txBody>
      </p:sp>
      <p:sp>
        <p:nvSpPr>
          <p:cNvPr id="70" name="מלבן 69">
            <a:extLst>
              <a:ext uri="{FF2B5EF4-FFF2-40B4-BE49-F238E27FC236}">
                <a16:creationId xmlns:a16="http://schemas.microsoft.com/office/drawing/2014/main" id="{C9882102-6B58-B69E-E058-AA88A5100BF2}"/>
              </a:ext>
            </a:extLst>
          </p:cNvPr>
          <p:cNvSpPr/>
          <p:nvPr/>
        </p:nvSpPr>
        <p:spPr>
          <a:xfrm>
            <a:off x="8682364" y="3730559"/>
            <a:ext cx="1234633"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סינון תקופתי </a:t>
            </a:r>
          </a:p>
        </p:txBody>
      </p:sp>
      <p:sp>
        <p:nvSpPr>
          <p:cNvPr id="71" name="מלבן 70">
            <a:extLst>
              <a:ext uri="{FF2B5EF4-FFF2-40B4-BE49-F238E27FC236}">
                <a16:creationId xmlns:a16="http://schemas.microsoft.com/office/drawing/2014/main" id="{E8EDD54D-C96A-BA8E-7994-AC06E6A39CBF}"/>
              </a:ext>
            </a:extLst>
          </p:cNvPr>
          <p:cNvSpPr/>
          <p:nvPr/>
        </p:nvSpPr>
        <p:spPr>
          <a:xfrm>
            <a:off x="8804344" y="3187805"/>
            <a:ext cx="1051891" cy="338554"/>
          </a:xfrm>
          <a:prstGeom prst="rect">
            <a:avLst/>
          </a:prstGeom>
          <a:noFill/>
        </p:spPr>
        <p:txBody>
          <a:bodyPr wrap="none" lIns="91440" tIns="45720" rIns="91440" bIns="45720">
            <a:spAutoFit/>
          </a:bodyPr>
          <a:lstStyle/>
          <a:p>
            <a:pPr algn="ctr"/>
            <a:r>
              <a:rPr lang="he-IL" sz="1600" dirty="0">
                <a:ln w="0"/>
                <a:effectLst>
                  <a:outerShdw blurRad="38100" dist="19050" dir="2700000" algn="tl" rotWithShape="0">
                    <a:schemeClr val="dk1">
                      <a:alpha val="40000"/>
                    </a:schemeClr>
                  </a:outerShdw>
                </a:effectLst>
              </a:rPr>
              <a:t>סינון שבועי</a:t>
            </a:r>
            <a:endParaRPr lang="he-IL" sz="1600" b="0" cap="none" spc="0" dirty="0">
              <a:ln w="0"/>
              <a:solidFill>
                <a:schemeClr val="tx1"/>
              </a:solidFill>
              <a:effectLst>
                <a:outerShdw blurRad="38100" dist="19050" dir="2700000" algn="tl" rotWithShape="0">
                  <a:schemeClr val="dk1">
                    <a:alpha val="40000"/>
                  </a:schemeClr>
                </a:outerShdw>
              </a:effectLst>
            </a:endParaRPr>
          </a:p>
        </p:txBody>
      </p:sp>
      <p:sp>
        <p:nvSpPr>
          <p:cNvPr id="75" name="מלבן 74">
            <a:extLst>
              <a:ext uri="{FF2B5EF4-FFF2-40B4-BE49-F238E27FC236}">
                <a16:creationId xmlns:a16="http://schemas.microsoft.com/office/drawing/2014/main" id="{24EF3DD8-A0E4-8811-1A47-7EFE358690D3}"/>
              </a:ext>
            </a:extLst>
          </p:cNvPr>
          <p:cNvSpPr/>
          <p:nvPr/>
        </p:nvSpPr>
        <p:spPr>
          <a:xfrm>
            <a:off x="9844970" y="5570689"/>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6" name="מלבן 75">
            <a:extLst>
              <a:ext uri="{FF2B5EF4-FFF2-40B4-BE49-F238E27FC236}">
                <a16:creationId xmlns:a16="http://schemas.microsoft.com/office/drawing/2014/main" id="{1789993C-B4E0-6B58-A25D-0E2130D20025}"/>
              </a:ext>
            </a:extLst>
          </p:cNvPr>
          <p:cNvSpPr/>
          <p:nvPr/>
        </p:nvSpPr>
        <p:spPr>
          <a:xfrm>
            <a:off x="11021501" y="5565095"/>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7" name="מלבן 76">
            <a:extLst>
              <a:ext uri="{FF2B5EF4-FFF2-40B4-BE49-F238E27FC236}">
                <a16:creationId xmlns:a16="http://schemas.microsoft.com/office/drawing/2014/main" id="{B01C46E6-CD4A-7CE4-EC1D-F4E3561B6EA0}"/>
              </a:ext>
            </a:extLst>
          </p:cNvPr>
          <p:cNvSpPr/>
          <p:nvPr/>
        </p:nvSpPr>
        <p:spPr>
          <a:xfrm>
            <a:off x="9881013" y="5941853"/>
            <a:ext cx="930063" cy="338554"/>
          </a:xfrm>
          <a:prstGeom prst="rect">
            <a:avLst/>
          </a:prstGeom>
          <a:noFill/>
        </p:spPr>
        <p:txBody>
          <a:bodyPr wrap="none" lIns="91440" tIns="45720" rIns="91440" bIns="45720">
            <a:spAutoFit/>
          </a:bodyPr>
          <a:lstStyle/>
          <a:p>
            <a:pPr algn="ctr"/>
            <a:r>
              <a:rPr lang="he-IL" sz="1600" dirty="0">
                <a:ln w="0"/>
                <a:effectLst>
                  <a:outerShdw blurRad="38100" dist="19050" dir="2700000" algn="tl" rotWithShape="0">
                    <a:schemeClr val="dk1">
                      <a:alpha val="40000"/>
                    </a:schemeClr>
                  </a:outerShdw>
                </a:effectLst>
              </a:rPr>
              <a:t>היסטוריה</a:t>
            </a:r>
            <a:endParaRPr lang="he-IL" sz="1600" b="0" cap="none" spc="0" dirty="0">
              <a:ln w="0"/>
              <a:solidFill>
                <a:schemeClr val="tx1"/>
              </a:solidFill>
              <a:effectLst>
                <a:outerShdw blurRad="38100" dist="19050" dir="2700000" algn="tl" rotWithShape="0">
                  <a:schemeClr val="dk1">
                    <a:alpha val="40000"/>
                  </a:schemeClr>
                </a:outerShdw>
              </a:effectLst>
            </a:endParaRPr>
          </a:p>
        </p:txBody>
      </p:sp>
      <p:sp>
        <p:nvSpPr>
          <p:cNvPr id="78" name="מלבן 77">
            <a:extLst>
              <a:ext uri="{FF2B5EF4-FFF2-40B4-BE49-F238E27FC236}">
                <a16:creationId xmlns:a16="http://schemas.microsoft.com/office/drawing/2014/main" id="{AD12C710-17C6-958B-9592-3A0D3C1BD423}"/>
              </a:ext>
            </a:extLst>
          </p:cNvPr>
          <p:cNvSpPr/>
          <p:nvPr/>
        </p:nvSpPr>
        <p:spPr>
          <a:xfrm>
            <a:off x="11206486" y="5943850"/>
            <a:ext cx="657552"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גרפים</a:t>
            </a:r>
          </a:p>
        </p:txBody>
      </p:sp>
      <p:cxnSp>
        <p:nvCxnSpPr>
          <p:cNvPr id="79" name="מחבר חץ ישר 78">
            <a:extLst>
              <a:ext uri="{FF2B5EF4-FFF2-40B4-BE49-F238E27FC236}">
                <a16:creationId xmlns:a16="http://schemas.microsoft.com/office/drawing/2014/main" id="{3C79DE92-D7DF-1196-8D2C-DB365E3C0819}"/>
              </a:ext>
            </a:extLst>
          </p:cNvPr>
          <p:cNvCxnSpPr>
            <a:cxnSpLocks/>
          </p:cNvCxnSpPr>
          <p:nvPr/>
        </p:nvCxnSpPr>
        <p:spPr>
          <a:xfrm>
            <a:off x="10698144" y="4529578"/>
            <a:ext cx="677141" cy="102137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0" name="מחבר חץ ישר 79">
            <a:extLst>
              <a:ext uri="{FF2B5EF4-FFF2-40B4-BE49-F238E27FC236}">
                <a16:creationId xmlns:a16="http://schemas.microsoft.com/office/drawing/2014/main" id="{195B2AE3-B938-6807-F9DC-4B9DAA998534}"/>
              </a:ext>
            </a:extLst>
          </p:cNvPr>
          <p:cNvCxnSpPr>
            <a:cxnSpLocks/>
            <a:stCxn id="32" idx="2"/>
            <a:endCxn id="76" idx="0"/>
          </p:cNvCxnSpPr>
          <p:nvPr/>
        </p:nvCxnSpPr>
        <p:spPr>
          <a:xfrm>
            <a:off x="10615302" y="2993213"/>
            <a:ext cx="919961" cy="2571882"/>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מחבר חץ ישר 84">
            <a:extLst>
              <a:ext uri="{FF2B5EF4-FFF2-40B4-BE49-F238E27FC236}">
                <a16:creationId xmlns:a16="http://schemas.microsoft.com/office/drawing/2014/main" id="{4753EF98-0315-F602-F5C1-8ECABBC53197}"/>
              </a:ext>
            </a:extLst>
          </p:cNvPr>
          <p:cNvCxnSpPr>
            <a:cxnSpLocks/>
            <a:endCxn id="75" idx="0"/>
          </p:cNvCxnSpPr>
          <p:nvPr/>
        </p:nvCxnSpPr>
        <p:spPr>
          <a:xfrm flipH="1">
            <a:off x="10358732" y="4539245"/>
            <a:ext cx="332559" cy="1031444"/>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8" name="מלבן 87">
            <a:extLst>
              <a:ext uri="{FF2B5EF4-FFF2-40B4-BE49-F238E27FC236}">
                <a16:creationId xmlns:a16="http://schemas.microsoft.com/office/drawing/2014/main" id="{5769C063-C4C1-D71E-A18D-7E73CBCD43FF}"/>
              </a:ext>
            </a:extLst>
          </p:cNvPr>
          <p:cNvSpPr/>
          <p:nvPr/>
        </p:nvSpPr>
        <p:spPr>
          <a:xfrm>
            <a:off x="3930978" y="58646"/>
            <a:ext cx="4958498" cy="271291"/>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9" name="מלבן 88">
            <a:extLst>
              <a:ext uri="{FF2B5EF4-FFF2-40B4-BE49-F238E27FC236}">
                <a16:creationId xmlns:a16="http://schemas.microsoft.com/office/drawing/2014/main" id="{DB259ED9-A1C1-781B-A951-7F5C79A56E4D}"/>
              </a:ext>
            </a:extLst>
          </p:cNvPr>
          <p:cNvSpPr/>
          <p:nvPr/>
        </p:nvSpPr>
        <p:spPr>
          <a:xfrm>
            <a:off x="6017254" y="20334"/>
            <a:ext cx="880370"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דף הבית</a:t>
            </a:r>
          </a:p>
        </p:txBody>
      </p:sp>
      <p:cxnSp>
        <p:nvCxnSpPr>
          <p:cNvPr id="90" name="מחבר חץ ישר 89">
            <a:extLst>
              <a:ext uri="{FF2B5EF4-FFF2-40B4-BE49-F238E27FC236}">
                <a16:creationId xmlns:a16="http://schemas.microsoft.com/office/drawing/2014/main" id="{383BAE4E-031E-07F0-62D1-3869C0E83475}"/>
              </a:ext>
            </a:extLst>
          </p:cNvPr>
          <p:cNvCxnSpPr>
            <a:cxnSpLocks/>
          </p:cNvCxnSpPr>
          <p:nvPr/>
        </p:nvCxnSpPr>
        <p:spPr>
          <a:xfrm>
            <a:off x="6391371" y="292229"/>
            <a:ext cx="0" cy="200587"/>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מלבן 4">
            <a:extLst>
              <a:ext uri="{FF2B5EF4-FFF2-40B4-BE49-F238E27FC236}">
                <a16:creationId xmlns:a16="http://schemas.microsoft.com/office/drawing/2014/main" id="{DC15F40F-55BC-3FCE-9C97-A3A96F7371E5}"/>
              </a:ext>
            </a:extLst>
          </p:cNvPr>
          <p:cNvSpPr/>
          <p:nvPr/>
        </p:nvSpPr>
        <p:spPr>
          <a:xfrm>
            <a:off x="4793072" y="1885385"/>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cxnSp>
        <p:nvCxnSpPr>
          <p:cNvPr id="16" name="מחבר חץ ישר 15">
            <a:extLst>
              <a:ext uri="{FF2B5EF4-FFF2-40B4-BE49-F238E27FC236}">
                <a16:creationId xmlns:a16="http://schemas.microsoft.com/office/drawing/2014/main" id="{0EB3B557-BD6A-FE6F-1C5B-D95BB43B07D0}"/>
              </a:ext>
            </a:extLst>
          </p:cNvPr>
          <p:cNvCxnSpPr>
            <a:cxnSpLocks/>
            <a:stCxn id="5" idx="3"/>
            <a:endCxn id="35" idx="1"/>
          </p:cNvCxnSpPr>
          <p:nvPr/>
        </p:nvCxnSpPr>
        <p:spPr>
          <a:xfrm flipV="1">
            <a:off x="5820595" y="2488677"/>
            <a:ext cx="237697" cy="24"/>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מלבן 30">
            <a:extLst>
              <a:ext uri="{FF2B5EF4-FFF2-40B4-BE49-F238E27FC236}">
                <a16:creationId xmlns:a16="http://schemas.microsoft.com/office/drawing/2014/main" id="{09294D4A-7447-C56B-7233-2042EB3C8266}"/>
              </a:ext>
            </a:extLst>
          </p:cNvPr>
          <p:cNvSpPr/>
          <p:nvPr/>
        </p:nvSpPr>
        <p:spPr>
          <a:xfrm>
            <a:off x="4781869" y="1836086"/>
            <a:ext cx="1027523" cy="1323439"/>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כל ההודעות מהמורות מחולקות לפי נתינתן</a:t>
            </a:r>
          </a:p>
        </p:txBody>
      </p:sp>
      <p:sp>
        <p:nvSpPr>
          <p:cNvPr id="30" name="מלבן 29">
            <a:extLst>
              <a:ext uri="{FF2B5EF4-FFF2-40B4-BE49-F238E27FC236}">
                <a16:creationId xmlns:a16="http://schemas.microsoft.com/office/drawing/2014/main" id="{77C01BD4-706E-3303-E68D-12E3CB7CE297}"/>
              </a:ext>
            </a:extLst>
          </p:cNvPr>
          <p:cNvSpPr/>
          <p:nvPr/>
        </p:nvSpPr>
        <p:spPr>
          <a:xfrm>
            <a:off x="8857071" y="1905555"/>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2" name="מלבן 51">
            <a:extLst>
              <a:ext uri="{FF2B5EF4-FFF2-40B4-BE49-F238E27FC236}">
                <a16:creationId xmlns:a16="http://schemas.microsoft.com/office/drawing/2014/main" id="{02233FFC-A5B4-9E0A-4DD7-5CEEC09FBE8D}"/>
              </a:ext>
            </a:extLst>
          </p:cNvPr>
          <p:cNvSpPr/>
          <p:nvPr/>
        </p:nvSpPr>
        <p:spPr>
          <a:xfrm>
            <a:off x="8836320" y="1823004"/>
            <a:ext cx="1027523" cy="646331"/>
          </a:xfrm>
          <a:prstGeom prst="rect">
            <a:avLst/>
          </a:prstGeom>
          <a:noFill/>
        </p:spPr>
        <p:txBody>
          <a:bodyPr wrap="square" lIns="91440" tIns="45720" rIns="91440" bIns="45720">
            <a:spAutoFit/>
          </a:bodyPr>
          <a:lstStyle/>
          <a:p>
            <a:pPr algn="ctr"/>
            <a:r>
              <a:rPr lang="he-IL" sz="1200" dirty="0">
                <a:ln w="0"/>
                <a:effectLst>
                  <a:outerShdw blurRad="38100" dist="19050" dir="2700000" algn="tl" rotWithShape="0">
                    <a:schemeClr val="dk1">
                      <a:alpha val="40000"/>
                    </a:schemeClr>
                  </a:outerShdw>
                </a:effectLst>
              </a:rPr>
              <a:t>עריכת נקודות שיעור עבור תלמידה  </a:t>
            </a:r>
          </a:p>
        </p:txBody>
      </p:sp>
      <p:sp>
        <p:nvSpPr>
          <p:cNvPr id="53" name="מלבן 52">
            <a:extLst>
              <a:ext uri="{FF2B5EF4-FFF2-40B4-BE49-F238E27FC236}">
                <a16:creationId xmlns:a16="http://schemas.microsoft.com/office/drawing/2014/main" id="{E120B312-C7F7-1A4B-776E-44AE822BE0DB}"/>
              </a:ext>
            </a:extLst>
          </p:cNvPr>
          <p:cNvSpPr/>
          <p:nvPr/>
        </p:nvSpPr>
        <p:spPr>
          <a:xfrm>
            <a:off x="8847321" y="2711364"/>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36532432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תמונה 3">
            <a:extLst>
              <a:ext uri="{FF2B5EF4-FFF2-40B4-BE49-F238E27FC236}">
                <a16:creationId xmlns:a16="http://schemas.microsoft.com/office/drawing/2014/main" id="{4F9EF8B7-6A9F-B447-B80C-15D9F1A2BB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3558"/>
            <a:ext cx="3656804" cy="3899767"/>
          </a:xfrm>
          <a:prstGeom prst="rect">
            <a:avLst/>
          </a:prstGeom>
        </p:spPr>
      </p:pic>
      <p:sp>
        <p:nvSpPr>
          <p:cNvPr id="7" name="כותרת 1">
            <a:extLst>
              <a:ext uri="{FF2B5EF4-FFF2-40B4-BE49-F238E27FC236}">
                <a16:creationId xmlns:a16="http://schemas.microsoft.com/office/drawing/2014/main" id="{2DE4E65B-E66F-980F-68B8-B3EF13164A74}"/>
              </a:ext>
            </a:extLst>
          </p:cNvPr>
          <p:cNvSpPr txBox="1">
            <a:spLocks/>
          </p:cNvSpPr>
          <p:nvPr/>
        </p:nvSpPr>
        <p:spPr>
          <a:xfrm>
            <a:off x="838200" y="2429595"/>
            <a:ext cx="10515600" cy="1325563"/>
          </a:xfrm>
          <a:prstGeom prst="rect">
            <a:avLst/>
          </a:prstGeom>
        </p:spPr>
        <p:txBody>
          <a:bodyPr vert="horz" lIns="91440" tIns="45720" rIns="91440" bIns="45720" rtlCol="1" anchor="ctr">
            <a:normAutofit/>
          </a:bodyPr>
          <a:lstStyle>
            <a:lvl1pPr algn="r" defTabSz="914400" rtl="1"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7200" b="1"/>
              <a:t>Thank you! </a:t>
            </a:r>
            <a:endParaRPr lang="he-IL" sz="7200" b="1" dirty="0"/>
          </a:p>
        </p:txBody>
      </p:sp>
      <p:sp>
        <p:nvSpPr>
          <p:cNvPr id="8" name="מלבן 7">
            <a:extLst>
              <a:ext uri="{FF2B5EF4-FFF2-40B4-BE49-F238E27FC236}">
                <a16:creationId xmlns:a16="http://schemas.microsoft.com/office/drawing/2014/main" id="{A56E48FE-7820-D19B-A634-DCCBAB70C97D}"/>
              </a:ext>
            </a:extLst>
          </p:cNvPr>
          <p:cNvSpPr/>
          <p:nvPr/>
        </p:nvSpPr>
        <p:spPr>
          <a:xfrm>
            <a:off x="7393646" y="4475623"/>
            <a:ext cx="3946914" cy="1969770"/>
          </a:xfrm>
          <a:prstGeom prst="rect">
            <a:avLst/>
          </a:prstGeom>
          <a:noFill/>
        </p:spPr>
        <p:txBody>
          <a:bodyPr wrap="none" lIns="91440" tIns="45720" rIns="91440" bIns="45720">
            <a:spAutoFit/>
          </a:bodyPr>
          <a:lstStyle/>
          <a:p>
            <a:pPr algn="ctr"/>
            <a:r>
              <a:rPr lang="en-US" sz="5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Sara Hartuv</a:t>
            </a:r>
          </a:p>
          <a:p>
            <a:pPr algn="ctr"/>
            <a:r>
              <a:rPr lang="en-US" sz="2400" dirty="0">
                <a:ln w="0"/>
                <a:effectLst>
                  <a:outerShdw blurRad="38100" dist="19050" dir="2700000" algn="tl" rotWithShape="0">
                    <a:schemeClr val="dk1">
                      <a:alpha val="40000"/>
                    </a:schemeClr>
                  </a:outerShdw>
                </a:effectLst>
                <a:latin typeface="Bradley Hand ITC" panose="03070402050302030203" pitchFamily="66" charset="0"/>
              </a:rPr>
              <a:t>sarahartuv1@gmail.com</a:t>
            </a:r>
            <a:r>
              <a:rPr lang="en-US" sz="2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 </a:t>
            </a:r>
          </a:p>
          <a:p>
            <a:pPr algn="ctr"/>
            <a:r>
              <a:rPr lang="en-US"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10/12/25</a:t>
            </a:r>
            <a:endParaRPr lang="he-IL"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endParaRPr>
          </a:p>
        </p:txBody>
      </p:sp>
    </p:spTree>
    <p:extLst>
      <p:ext uri="{BB962C8B-B14F-4D97-AF65-F5344CB8AC3E}">
        <p14:creationId xmlns:p14="http://schemas.microsoft.com/office/powerpoint/2010/main" val="1204733904"/>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10103</TotalTime>
  <Words>662</Words>
  <Application>Microsoft Office PowerPoint</Application>
  <PresentationFormat>מסך רחב</PresentationFormat>
  <Paragraphs>92</Paragraphs>
  <Slides>12</Slides>
  <Notes>0</Notes>
  <HiddenSlides>0</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12</vt:i4>
      </vt:variant>
    </vt:vector>
  </HeadingPairs>
  <TitlesOfParts>
    <vt:vector size="17" baseType="lpstr">
      <vt:lpstr>Arial</vt:lpstr>
      <vt:lpstr>Bradley Hand ITC</vt:lpstr>
      <vt:lpstr>Calibri</vt:lpstr>
      <vt:lpstr>Calibri Light</vt:lpstr>
      <vt:lpstr>ערכת נושא Office</vt:lpstr>
      <vt:lpstr>פרויקט עיצוב התנהגות</vt:lpstr>
      <vt:lpstr>התחברות למערכת </vt:lpstr>
      <vt:lpstr>כניסת מורות – כללי </vt:lpstr>
      <vt:lpstr>כניסת מורות – מצב תלמידות + היסטוריה </vt:lpstr>
      <vt:lpstr>כניסת מורות – גרפים </vt:lpstr>
      <vt:lpstr>כניסת מורות – הודעות </vt:lpstr>
      <vt:lpstr>כניסת תלמידות </vt:lpstr>
      <vt:lpstr>כניסת מנהלת אתר – צוות ניהולי </vt:lpstr>
      <vt:lpstr>כניסת תלמידות - הקיוסק</vt:lpstr>
      <vt:lpstr>כניסת תלמידות – סל הקניות </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USER</cp:lastModifiedBy>
  <cp:revision>11</cp:revision>
  <dcterms:created xsi:type="dcterms:W3CDTF">2025-11-08T23:10:09Z</dcterms:created>
  <dcterms:modified xsi:type="dcterms:W3CDTF">2026-01-12T07:15:33Z</dcterms:modified>
</cp:coreProperties>
</file>