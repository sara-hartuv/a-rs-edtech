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56" r:id="rId2"/>
    <p:sldId id="272" r:id="rId3"/>
    <p:sldId id="257" r:id="rId4"/>
    <p:sldId id="267" r:id="rId5"/>
    <p:sldId id="273" r:id="rId6"/>
    <p:sldId id="274" r:id="rId7"/>
    <p:sldId id="263" r:id="rId8"/>
    <p:sldId id="271" r:id="rId9"/>
    <p:sldId id="260" r:id="rId10"/>
    <p:sldId id="276" r:id="rId11"/>
    <p:sldId id="262" r:id="rId12"/>
    <p:sldId id="264" r:id="rId13"/>
    <p:sldId id="266" r:id="rId14"/>
    <p:sldId id="265" r:id="rId15"/>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500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5D8E0BD-A847-7EB5-DAA4-FF872FEBA536}"/>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91BC4D91-EB36-671E-ACD4-6970DEE1CA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D7BE0300-A580-EEF6-997C-C6954B4787D9}"/>
              </a:ext>
            </a:extLst>
          </p:cNvPr>
          <p:cNvSpPr>
            <a:spLocks noGrp="1"/>
          </p:cNvSpPr>
          <p:nvPr>
            <p:ph type="dt" sz="half" idx="10"/>
          </p:nvPr>
        </p:nvSpPr>
        <p:spPr/>
        <p:txBody>
          <a:bodyPr/>
          <a:lstStyle/>
          <a:p>
            <a:fld id="{1FFCD2AE-C8D6-4C5C-8058-C519C73E84B5}" type="datetimeFigureOut">
              <a:rPr lang="he-IL" smtClean="0"/>
              <a:t>י"ז/שבט/תשפ"ו</a:t>
            </a:fld>
            <a:endParaRPr lang="he-IL"/>
          </a:p>
        </p:txBody>
      </p:sp>
      <p:sp>
        <p:nvSpPr>
          <p:cNvPr id="5" name="מציין מיקום של כותרת תחתונה 4">
            <a:extLst>
              <a:ext uri="{FF2B5EF4-FFF2-40B4-BE49-F238E27FC236}">
                <a16:creationId xmlns:a16="http://schemas.microsoft.com/office/drawing/2014/main" id="{C0A3E036-0F8A-EA1C-AAF9-478918D4F0DC}"/>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9183B487-126B-5517-1B6C-33DE38473F1D}"/>
              </a:ext>
            </a:extLst>
          </p:cNvPr>
          <p:cNvSpPr>
            <a:spLocks noGrp="1"/>
          </p:cNvSpPr>
          <p:nvPr>
            <p:ph type="sldNum" sz="quarter" idx="12"/>
          </p:nvPr>
        </p:nvSpPr>
        <p:spPr/>
        <p:txBody>
          <a:bodyPr/>
          <a:lstStyle/>
          <a:p>
            <a:fld id="{1605E505-55DB-4E91-BC80-AB102BF08BCF}" type="slidenum">
              <a:rPr lang="he-IL" smtClean="0"/>
              <a:t>‹#›</a:t>
            </a:fld>
            <a:endParaRPr lang="he-IL"/>
          </a:p>
        </p:txBody>
      </p:sp>
    </p:spTree>
    <p:extLst>
      <p:ext uri="{BB962C8B-B14F-4D97-AF65-F5344CB8AC3E}">
        <p14:creationId xmlns:p14="http://schemas.microsoft.com/office/powerpoint/2010/main" val="12536303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E2A3905-F9AB-14C1-FADC-5B5EFDB248F5}"/>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62603BBF-CC43-E316-9619-67EEEE4243E3}"/>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AEBC6130-9271-1D59-DA8A-CD6803F76512}"/>
              </a:ext>
            </a:extLst>
          </p:cNvPr>
          <p:cNvSpPr>
            <a:spLocks noGrp="1"/>
          </p:cNvSpPr>
          <p:nvPr>
            <p:ph type="dt" sz="half" idx="10"/>
          </p:nvPr>
        </p:nvSpPr>
        <p:spPr/>
        <p:txBody>
          <a:bodyPr/>
          <a:lstStyle/>
          <a:p>
            <a:fld id="{1FFCD2AE-C8D6-4C5C-8058-C519C73E84B5}" type="datetimeFigureOut">
              <a:rPr lang="he-IL" smtClean="0"/>
              <a:t>י"ז/שבט/תשפ"ו</a:t>
            </a:fld>
            <a:endParaRPr lang="he-IL"/>
          </a:p>
        </p:txBody>
      </p:sp>
      <p:sp>
        <p:nvSpPr>
          <p:cNvPr id="5" name="מציין מיקום של כותרת תחתונה 4">
            <a:extLst>
              <a:ext uri="{FF2B5EF4-FFF2-40B4-BE49-F238E27FC236}">
                <a16:creationId xmlns:a16="http://schemas.microsoft.com/office/drawing/2014/main" id="{89971D3B-9E11-AF6E-8497-5A7B71B44496}"/>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B2835D0C-BAC6-D3D5-D8F3-ACAFD3CF550E}"/>
              </a:ext>
            </a:extLst>
          </p:cNvPr>
          <p:cNvSpPr>
            <a:spLocks noGrp="1"/>
          </p:cNvSpPr>
          <p:nvPr>
            <p:ph type="sldNum" sz="quarter" idx="12"/>
          </p:nvPr>
        </p:nvSpPr>
        <p:spPr/>
        <p:txBody>
          <a:bodyPr/>
          <a:lstStyle/>
          <a:p>
            <a:fld id="{1605E505-55DB-4E91-BC80-AB102BF08BCF}" type="slidenum">
              <a:rPr lang="he-IL" smtClean="0"/>
              <a:t>‹#›</a:t>
            </a:fld>
            <a:endParaRPr lang="he-IL"/>
          </a:p>
        </p:txBody>
      </p:sp>
    </p:spTree>
    <p:extLst>
      <p:ext uri="{BB962C8B-B14F-4D97-AF65-F5344CB8AC3E}">
        <p14:creationId xmlns:p14="http://schemas.microsoft.com/office/powerpoint/2010/main" val="32728025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A213834-AE62-1CEC-CD97-F68AC8892032}"/>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11422A66-6651-A974-78B7-0C4F2809B45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AE7791FD-049C-3F2A-7640-6FDBD73DB727}"/>
              </a:ext>
            </a:extLst>
          </p:cNvPr>
          <p:cNvSpPr>
            <a:spLocks noGrp="1"/>
          </p:cNvSpPr>
          <p:nvPr>
            <p:ph type="dt" sz="half" idx="10"/>
          </p:nvPr>
        </p:nvSpPr>
        <p:spPr/>
        <p:txBody>
          <a:bodyPr/>
          <a:lstStyle/>
          <a:p>
            <a:fld id="{1FFCD2AE-C8D6-4C5C-8058-C519C73E84B5}" type="datetimeFigureOut">
              <a:rPr lang="he-IL" smtClean="0"/>
              <a:t>י"ז/שבט/תשפ"ו</a:t>
            </a:fld>
            <a:endParaRPr lang="he-IL"/>
          </a:p>
        </p:txBody>
      </p:sp>
      <p:sp>
        <p:nvSpPr>
          <p:cNvPr id="5" name="מציין מיקום של כותרת תחתונה 4">
            <a:extLst>
              <a:ext uri="{FF2B5EF4-FFF2-40B4-BE49-F238E27FC236}">
                <a16:creationId xmlns:a16="http://schemas.microsoft.com/office/drawing/2014/main" id="{57D70E8B-D123-5916-1597-E2923CB09ED6}"/>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333D2419-0573-15CF-F6BC-4CB6B6CDE7A7}"/>
              </a:ext>
            </a:extLst>
          </p:cNvPr>
          <p:cNvSpPr>
            <a:spLocks noGrp="1"/>
          </p:cNvSpPr>
          <p:nvPr>
            <p:ph type="sldNum" sz="quarter" idx="12"/>
          </p:nvPr>
        </p:nvSpPr>
        <p:spPr/>
        <p:txBody>
          <a:bodyPr/>
          <a:lstStyle/>
          <a:p>
            <a:fld id="{1605E505-55DB-4E91-BC80-AB102BF08BCF}" type="slidenum">
              <a:rPr lang="he-IL" smtClean="0"/>
              <a:t>‹#›</a:t>
            </a:fld>
            <a:endParaRPr lang="he-IL"/>
          </a:p>
        </p:txBody>
      </p:sp>
    </p:spTree>
    <p:extLst>
      <p:ext uri="{BB962C8B-B14F-4D97-AF65-F5344CB8AC3E}">
        <p14:creationId xmlns:p14="http://schemas.microsoft.com/office/powerpoint/2010/main" val="27241489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CC55B64-E07F-EAA9-FD03-B9302488B6D5}"/>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1F2BA3CD-86BF-A644-604A-03657F9ABB3E}"/>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C1F10E59-531E-BAB2-C910-96E9A4CDD03B}"/>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AD061B78-7EFA-D9FA-AAD1-31934FD61FD0}"/>
              </a:ext>
            </a:extLst>
          </p:cNvPr>
          <p:cNvSpPr>
            <a:spLocks noGrp="1"/>
          </p:cNvSpPr>
          <p:nvPr>
            <p:ph type="dt" sz="half" idx="10"/>
          </p:nvPr>
        </p:nvSpPr>
        <p:spPr/>
        <p:txBody>
          <a:bodyPr/>
          <a:lstStyle/>
          <a:p>
            <a:fld id="{1FFCD2AE-C8D6-4C5C-8058-C519C73E84B5}" type="datetimeFigureOut">
              <a:rPr lang="he-IL" smtClean="0"/>
              <a:t>י"ז/שבט/תשפ"ו</a:t>
            </a:fld>
            <a:endParaRPr lang="he-IL"/>
          </a:p>
        </p:txBody>
      </p:sp>
      <p:sp>
        <p:nvSpPr>
          <p:cNvPr id="6" name="מציין מיקום של כותרת תחתונה 5">
            <a:extLst>
              <a:ext uri="{FF2B5EF4-FFF2-40B4-BE49-F238E27FC236}">
                <a16:creationId xmlns:a16="http://schemas.microsoft.com/office/drawing/2014/main" id="{6BA2978D-40A6-51DB-5946-238420DCEC05}"/>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99132180-5A03-8B2B-FF70-52E7B7A791B5}"/>
              </a:ext>
            </a:extLst>
          </p:cNvPr>
          <p:cNvSpPr>
            <a:spLocks noGrp="1"/>
          </p:cNvSpPr>
          <p:nvPr>
            <p:ph type="sldNum" sz="quarter" idx="12"/>
          </p:nvPr>
        </p:nvSpPr>
        <p:spPr/>
        <p:txBody>
          <a:bodyPr/>
          <a:lstStyle/>
          <a:p>
            <a:fld id="{1605E505-55DB-4E91-BC80-AB102BF08BCF}" type="slidenum">
              <a:rPr lang="he-IL" smtClean="0"/>
              <a:t>‹#›</a:t>
            </a:fld>
            <a:endParaRPr lang="he-IL"/>
          </a:p>
        </p:txBody>
      </p:sp>
    </p:spTree>
    <p:extLst>
      <p:ext uri="{BB962C8B-B14F-4D97-AF65-F5344CB8AC3E}">
        <p14:creationId xmlns:p14="http://schemas.microsoft.com/office/powerpoint/2010/main" val="4163006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4CD5944-EF2C-27D8-FEA4-227E5DD517B7}"/>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E8F14D4F-590F-F510-00CE-FD708159BF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EEEFBBEE-6484-4167-2637-83F637FF18ED}"/>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5D1F0CDD-013F-A161-BA9D-48497585EF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203391BE-DB1A-917A-84C6-3016FFFB50D7}"/>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C97839F5-F326-D0A8-D62C-DB1467DFA33F}"/>
              </a:ext>
            </a:extLst>
          </p:cNvPr>
          <p:cNvSpPr>
            <a:spLocks noGrp="1"/>
          </p:cNvSpPr>
          <p:nvPr>
            <p:ph type="dt" sz="half" idx="10"/>
          </p:nvPr>
        </p:nvSpPr>
        <p:spPr/>
        <p:txBody>
          <a:bodyPr/>
          <a:lstStyle/>
          <a:p>
            <a:fld id="{1FFCD2AE-C8D6-4C5C-8058-C519C73E84B5}" type="datetimeFigureOut">
              <a:rPr lang="he-IL" smtClean="0"/>
              <a:t>י"ז/שבט/תשפ"ו</a:t>
            </a:fld>
            <a:endParaRPr lang="he-IL"/>
          </a:p>
        </p:txBody>
      </p:sp>
      <p:sp>
        <p:nvSpPr>
          <p:cNvPr id="8" name="מציין מיקום של כותרת תחתונה 7">
            <a:extLst>
              <a:ext uri="{FF2B5EF4-FFF2-40B4-BE49-F238E27FC236}">
                <a16:creationId xmlns:a16="http://schemas.microsoft.com/office/drawing/2014/main" id="{B7FA1252-532D-36B4-E7B1-9BCA6DAFD68B}"/>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61CC51B1-54A8-7F1F-B08B-7146BEC68BC8}"/>
              </a:ext>
            </a:extLst>
          </p:cNvPr>
          <p:cNvSpPr>
            <a:spLocks noGrp="1"/>
          </p:cNvSpPr>
          <p:nvPr>
            <p:ph type="sldNum" sz="quarter" idx="12"/>
          </p:nvPr>
        </p:nvSpPr>
        <p:spPr/>
        <p:txBody>
          <a:bodyPr/>
          <a:lstStyle/>
          <a:p>
            <a:fld id="{1605E505-55DB-4E91-BC80-AB102BF08BCF}" type="slidenum">
              <a:rPr lang="he-IL" smtClean="0"/>
              <a:t>‹#›</a:t>
            </a:fld>
            <a:endParaRPr lang="he-IL"/>
          </a:p>
        </p:txBody>
      </p:sp>
    </p:spTree>
    <p:extLst>
      <p:ext uri="{BB962C8B-B14F-4D97-AF65-F5344CB8AC3E}">
        <p14:creationId xmlns:p14="http://schemas.microsoft.com/office/powerpoint/2010/main" val="2332371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8803C19-16CF-C3F7-1B37-DA17F1372FAB}"/>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B603C544-BAE1-4A50-DDB6-E94B29548050}"/>
              </a:ext>
            </a:extLst>
          </p:cNvPr>
          <p:cNvSpPr>
            <a:spLocks noGrp="1"/>
          </p:cNvSpPr>
          <p:nvPr>
            <p:ph type="dt" sz="half" idx="10"/>
          </p:nvPr>
        </p:nvSpPr>
        <p:spPr/>
        <p:txBody>
          <a:bodyPr/>
          <a:lstStyle/>
          <a:p>
            <a:fld id="{1FFCD2AE-C8D6-4C5C-8058-C519C73E84B5}" type="datetimeFigureOut">
              <a:rPr lang="he-IL" smtClean="0"/>
              <a:t>י"ז/שבט/תשפ"ו</a:t>
            </a:fld>
            <a:endParaRPr lang="he-IL"/>
          </a:p>
        </p:txBody>
      </p:sp>
      <p:sp>
        <p:nvSpPr>
          <p:cNvPr id="4" name="מציין מיקום של כותרת תחתונה 3">
            <a:extLst>
              <a:ext uri="{FF2B5EF4-FFF2-40B4-BE49-F238E27FC236}">
                <a16:creationId xmlns:a16="http://schemas.microsoft.com/office/drawing/2014/main" id="{F0BDDA58-4567-779B-F5BD-E322C52C594A}"/>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938D425B-B706-4631-9441-8FC6CAFC9DBB}"/>
              </a:ext>
            </a:extLst>
          </p:cNvPr>
          <p:cNvSpPr>
            <a:spLocks noGrp="1"/>
          </p:cNvSpPr>
          <p:nvPr>
            <p:ph type="sldNum" sz="quarter" idx="12"/>
          </p:nvPr>
        </p:nvSpPr>
        <p:spPr/>
        <p:txBody>
          <a:bodyPr/>
          <a:lstStyle/>
          <a:p>
            <a:fld id="{1605E505-55DB-4E91-BC80-AB102BF08BCF}" type="slidenum">
              <a:rPr lang="he-IL" smtClean="0"/>
              <a:t>‹#›</a:t>
            </a:fld>
            <a:endParaRPr lang="he-IL"/>
          </a:p>
        </p:txBody>
      </p:sp>
    </p:spTree>
    <p:extLst>
      <p:ext uri="{BB962C8B-B14F-4D97-AF65-F5344CB8AC3E}">
        <p14:creationId xmlns:p14="http://schemas.microsoft.com/office/powerpoint/2010/main" val="4033586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5C7233A0-74DA-4926-B45B-9B561730000E}"/>
              </a:ext>
            </a:extLst>
          </p:cNvPr>
          <p:cNvSpPr>
            <a:spLocks noGrp="1"/>
          </p:cNvSpPr>
          <p:nvPr>
            <p:ph type="dt" sz="half" idx="10"/>
          </p:nvPr>
        </p:nvSpPr>
        <p:spPr/>
        <p:txBody>
          <a:bodyPr/>
          <a:lstStyle/>
          <a:p>
            <a:fld id="{1FFCD2AE-C8D6-4C5C-8058-C519C73E84B5}" type="datetimeFigureOut">
              <a:rPr lang="he-IL" smtClean="0"/>
              <a:t>י"ז/שבט/תשפ"ו</a:t>
            </a:fld>
            <a:endParaRPr lang="he-IL"/>
          </a:p>
        </p:txBody>
      </p:sp>
      <p:sp>
        <p:nvSpPr>
          <p:cNvPr id="3" name="מציין מיקום של כותרת תחתונה 2">
            <a:extLst>
              <a:ext uri="{FF2B5EF4-FFF2-40B4-BE49-F238E27FC236}">
                <a16:creationId xmlns:a16="http://schemas.microsoft.com/office/drawing/2014/main" id="{371E63B8-D6B1-FC3B-FB6F-7F6E8780B0F1}"/>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C9985D2F-E24E-87B8-FDD3-CD38D1ABAB69}"/>
              </a:ext>
            </a:extLst>
          </p:cNvPr>
          <p:cNvSpPr>
            <a:spLocks noGrp="1"/>
          </p:cNvSpPr>
          <p:nvPr>
            <p:ph type="sldNum" sz="quarter" idx="12"/>
          </p:nvPr>
        </p:nvSpPr>
        <p:spPr/>
        <p:txBody>
          <a:bodyPr/>
          <a:lstStyle/>
          <a:p>
            <a:fld id="{1605E505-55DB-4E91-BC80-AB102BF08BCF}" type="slidenum">
              <a:rPr lang="he-IL" smtClean="0"/>
              <a:t>‹#›</a:t>
            </a:fld>
            <a:endParaRPr lang="he-IL"/>
          </a:p>
        </p:txBody>
      </p:sp>
    </p:spTree>
    <p:extLst>
      <p:ext uri="{BB962C8B-B14F-4D97-AF65-F5344CB8AC3E}">
        <p14:creationId xmlns:p14="http://schemas.microsoft.com/office/powerpoint/2010/main" val="2273935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C74648B-B3CC-9713-95A5-DCB45D297101}"/>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4F869415-0B88-9523-2DF3-FFD5629501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98FE8C65-74EC-08CE-0FD6-05A02FE64B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E062DBA9-70BF-8B44-F055-45E1D4A6179E}"/>
              </a:ext>
            </a:extLst>
          </p:cNvPr>
          <p:cNvSpPr>
            <a:spLocks noGrp="1"/>
          </p:cNvSpPr>
          <p:nvPr>
            <p:ph type="dt" sz="half" idx="10"/>
          </p:nvPr>
        </p:nvSpPr>
        <p:spPr/>
        <p:txBody>
          <a:bodyPr/>
          <a:lstStyle/>
          <a:p>
            <a:fld id="{1FFCD2AE-C8D6-4C5C-8058-C519C73E84B5}" type="datetimeFigureOut">
              <a:rPr lang="he-IL" smtClean="0"/>
              <a:t>י"ז/שבט/תשפ"ו</a:t>
            </a:fld>
            <a:endParaRPr lang="he-IL"/>
          </a:p>
        </p:txBody>
      </p:sp>
      <p:sp>
        <p:nvSpPr>
          <p:cNvPr id="6" name="מציין מיקום של כותרת תחתונה 5">
            <a:extLst>
              <a:ext uri="{FF2B5EF4-FFF2-40B4-BE49-F238E27FC236}">
                <a16:creationId xmlns:a16="http://schemas.microsoft.com/office/drawing/2014/main" id="{B54C6FE8-E717-90E8-86E3-2296AE7CB7E0}"/>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F3801885-EECB-1B33-9D1F-FA85D87C9C5F}"/>
              </a:ext>
            </a:extLst>
          </p:cNvPr>
          <p:cNvSpPr>
            <a:spLocks noGrp="1"/>
          </p:cNvSpPr>
          <p:nvPr>
            <p:ph type="sldNum" sz="quarter" idx="12"/>
          </p:nvPr>
        </p:nvSpPr>
        <p:spPr/>
        <p:txBody>
          <a:bodyPr/>
          <a:lstStyle/>
          <a:p>
            <a:fld id="{1605E505-55DB-4E91-BC80-AB102BF08BCF}" type="slidenum">
              <a:rPr lang="he-IL" smtClean="0"/>
              <a:t>‹#›</a:t>
            </a:fld>
            <a:endParaRPr lang="he-IL"/>
          </a:p>
        </p:txBody>
      </p:sp>
    </p:spTree>
    <p:extLst>
      <p:ext uri="{BB962C8B-B14F-4D97-AF65-F5344CB8AC3E}">
        <p14:creationId xmlns:p14="http://schemas.microsoft.com/office/powerpoint/2010/main" val="3315421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9838EF8-92C3-B3A3-5AB4-CF91614502F9}"/>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CB0E3047-9160-FA7F-EC73-9C40757FFC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6B868D99-54D0-1585-B48E-C898EDC315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EC807ED3-582A-DB9D-7460-8851436632D8}"/>
              </a:ext>
            </a:extLst>
          </p:cNvPr>
          <p:cNvSpPr>
            <a:spLocks noGrp="1"/>
          </p:cNvSpPr>
          <p:nvPr>
            <p:ph type="dt" sz="half" idx="10"/>
          </p:nvPr>
        </p:nvSpPr>
        <p:spPr/>
        <p:txBody>
          <a:bodyPr/>
          <a:lstStyle/>
          <a:p>
            <a:fld id="{1FFCD2AE-C8D6-4C5C-8058-C519C73E84B5}" type="datetimeFigureOut">
              <a:rPr lang="he-IL" smtClean="0"/>
              <a:t>י"ז/שבט/תשפ"ו</a:t>
            </a:fld>
            <a:endParaRPr lang="he-IL"/>
          </a:p>
        </p:txBody>
      </p:sp>
      <p:sp>
        <p:nvSpPr>
          <p:cNvPr id="6" name="מציין מיקום של כותרת תחתונה 5">
            <a:extLst>
              <a:ext uri="{FF2B5EF4-FFF2-40B4-BE49-F238E27FC236}">
                <a16:creationId xmlns:a16="http://schemas.microsoft.com/office/drawing/2014/main" id="{33080344-C0FF-7551-CC61-827600B19373}"/>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575A7FF0-19AB-416A-C5AC-FC353792EAF2}"/>
              </a:ext>
            </a:extLst>
          </p:cNvPr>
          <p:cNvSpPr>
            <a:spLocks noGrp="1"/>
          </p:cNvSpPr>
          <p:nvPr>
            <p:ph type="sldNum" sz="quarter" idx="12"/>
          </p:nvPr>
        </p:nvSpPr>
        <p:spPr/>
        <p:txBody>
          <a:bodyPr/>
          <a:lstStyle/>
          <a:p>
            <a:fld id="{1605E505-55DB-4E91-BC80-AB102BF08BCF}" type="slidenum">
              <a:rPr lang="he-IL" smtClean="0"/>
              <a:t>‹#›</a:t>
            </a:fld>
            <a:endParaRPr lang="he-IL"/>
          </a:p>
        </p:txBody>
      </p:sp>
    </p:spTree>
    <p:extLst>
      <p:ext uri="{BB962C8B-B14F-4D97-AF65-F5344CB8AC3E}">
        <p14:creationId xmlns:p14="http://schemas.microsoft.com/office/powerpoint/2010/main" val="17265198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D1EB8FD-420F-0F74-78EB-E4F763564698}"/>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975599AF-7367-E7BA-08BA-89A2AA324BE9}"/>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D86C3B6D-11D2-57FD-6DE1-747EC4D3E4E8}"/>
              </a:ext>
            </a:extLst>
          </p:cNvPr>
          <p:cNvSpPr>
            <a:spLocks noGrp="1"/>
          </p:cNvSpPr>
          <p:nvPr>
            <p:ph type="dt" sz="half" idx="10"/>
          </p:nvPr>
        </p:nvSpPr>
        <p:spPr/>
        <p:txBody>
          <a:bodyPr/>
          <a:lstStyle/>
          <a:p>
            <a:fld id="{1FFCD2AE-C8D6-4C5C-8058-C519C73E84B5}" type="datetimeFigureOut">
              <a:rPr lang="he-IL" smtClean="0"/>
              <a:t>י"ז/שבט/תשפ"ו</a:t>
            </a:fld>
            <a:endParaRPr lang="he-IL"/>
          </a:p>
        </p:txBody>
      </p:sp>
      <p:sp>
        <p:nvSpPr>
          <p:cNvPr id="5" name="מציין מיקום של כותרת תחתונה 4">
            <a:extLst>
              <a:ext uri="{FF2B5EF4-FFF2-40B4-BE49-F238E27FC236}">
                <a16:creationId xmlns:a16="http://schemas.microsoft.com/office/drawing/2014/main" id="{47FB66AD-D7CE-5737-482F-929B6224726F}"/>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D34D14F7-AAAA-194F-4D64-9C5F3CC12530}"/>
              </a:ext>
            </a:extLst>
          </p:cNvPr>
          <p:cNvSpPr>
            <a:spLocks noGrp="1"/>
          </p:cNvSpPr>
          <p:nvPr>
            <p:ph type="sldNum" sz="quarter" idx="12"/>
          </p:nvPr>
        </p:nvSpPr>
        <p:spPr/>
        <p:txBody>
          <a:bodyPr/>
          <a:lstStyle/>
          <a:p>
            <a:fld id="{1605E505-55DB-4E91-BC80-AB102BF08BCF}" type="slidenum">
              <a:rPr lang="he-IL" smtClean="0"/>
              <a:t>‹#›</a:t>
            </a:fld>
            <a:endParaRPr lang="he-IL"/>
          </a:p>
        </p:txBody>
      </p:sp>
    </p:spTree>
    <p:extLst>
      <p:ext uri="{BB962C8B-B14F-4D97-AF65-F5344CB8AC3E}">
        <p14:creationId xmlns:p14="http://schemas.microsoft.com/office/powerpoint/2010/main" val="28954410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2B388FF7-5A37-DA18-CB4E-134B049BF624}"/>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9D3A25DF-C419-9BC9-48E1-A73FB461C140}"/>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6B41CB0A-52B4-6935-52C5-B12CD00846D8}"/>
              </a:ext>
            </a:extLst>
          </p:cNvPr>
          <p:cNvSpPr>
            <a:spLocks noGrp="1"/>
          </p:cNvSpPr>
          <p:nvPr>
            <p:ph type="dt" sz="half" idx="10"/>
          </p:nvPr>
        </p:nvSpPr>
        <p:spPr/>
        <p:txBody>
          <a:bodyPr/>
          <a:lstStyle/>
          <a:p>
            <a:fld id="{1FFCD2AE-C8D6-4C5C-8058-C519C73E84B5}" type="datetimeFigureOut">
              <a:rPr lang="he-IL" smtClean="0"/>
              <a:t>י"ז/שבט/תשפ"ו</a:t>
            </a:fld>
            <a:endParaRPr lang="he-IL"/>
          </a:p>
        </p:txBody>
      </p:sp>
      <p:sp>
        <p:nvSpPr>
          <p:cNvPr id="5" name="מציין מיקום של כותרת תחתונה 4">
            <a:extLst>
              <a:ext uri="{FF2B5EF4-FFF2-40B4-BE49-F238E27FC236}">
                <a16:creationId xmlns:a16="http://schemas.microsoft.com/office/drawing/2014/main" id="{1556F857-4F09-0B54-9970-38DF14BAD90E}"/>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D8DBFC10-85A6-AB1D-1B00-4118971DAFE6}"/>
              </a:ext>
            </a:extLst>
          </p:cNvPr>
          <p:cNvSpPr>
            <a:spLocks noGrp="1"/>
          </p:cNvSpPr>
          <p:nvPr>
            <p:ph type="sldNum" sz="quarter" idx="12"/>
          </p:nvPr>
        </p:nvSpPr>
        <p:spPr/>
        <p:txBody>
          <a:bodyPr/>
          <a:lstStyle/>
          <a:p>
            <a:fld id="{1605E505-55DB-4E91-BC80-AB102BF08BCF}" type="slidenum">
              <a:rPr lang="he-IL" smtClean="0"/>
              <a:t>‹#›</a:t>
            </a:fld>
            <a:endParaRPr lang="he-IL"/>
          </a:p>
        </p:txBody>
      </p:sp>
    </p:spTree>
    <p:extLst>
      <p:ext uri="{BB962C8B-B14F-4D97-AF65-F5344CB8AC3E}">
        <p14:creationId xmlns:p14="http://schemas.microsoft.com/office/powerpoint/2010/main" val="15487491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B2A93D3D-9C9E-3B70-D5DF-D09559D2E592}"/>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76C3F8EC-28EA-300B-EA15-310B96C124DB}"/>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8142A622-0B8C-608D-04A4-7F2E2EB6DB09}"/>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1FFCD2AE-C8D6-4C5C-8058-C519C73E84B5}" type="datetimeFigureOut">
              <a:rPr lang="he-IL" smtClean="0"/>
              <a:t>י"ז/שבט/תשפ"ו</a:t>
            </a:fld>
            <a:endParaRPr lang="he-IL"/>
          </a:p>
        </p:txBody>
      </p:sp>
      <p:sp>
        <p:nvSpPr>
          <p:cNvPr id="5" name="מציין מיקום של כותרת תחתונה 4">
            <a:extLst>
              <a:ext uri="{FF2B5EF4-FFF2-40B4-BE49-F238E27FC236}">
                <a16:creationId xmlns:a16="http://schemas.microsoft.com/office/drawing/2014/main" id="{D7A81E05-05E3-67C6-68FF-2BD68A58F3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537B3B53-7AAF-2707-9D3F-5BCE475EF8E2}"/>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1605E505-55DB-4E91-BC80-AB102BF08BCF}" type="slidenum">
              <a:rPr lang="he-IL" smtClean="0"/>
              <a:t>‹#›</a:t>
            </a:fld>
            <a:endParaRPr lang="he-IL"/>
          </a:p>
        </p:txBody>
      </p:sp>
    </p:spTree>
    <p:extLst>
      <p:ext uri="{BB962C8B-B14F-4D97-AF65-F5344CB8AC3E}">
        <p14:creationId xmlns:p14="http://schemas.microsoft.com/office/powerpoint/2010/main" val="8534244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621E57C-A7FF-DC5A-4C70-7594CF2A3F1D}"/>
              </a:ext>
            </a:extLst>
          </p:cNvPr>
          <p:cNvSpPr>
            <a:spLocks noGrp="1"/>
          </p:cNvSpPr>
          <p:nvPr>
            <p:ph type="ctrTitle"/>
          </p:nvPr>
        </p:nvSpPr>
        <p:spPr/>
        <p:txBody>
          <a:bodyPr/>
          <a:lstStyle/>
          <a:p>
            <a:r>
              <a:rPr lang="he-IL" dirty="0"/>
              <a:t>פרויקט עיצוב התנהגות</a:t>
            </a:r>
          </a:p>
        </p:txBody>
      </p:sp>
      <p:sp>
        <p:nvSpPr>
          <p:cNvPr id="3" name="כותרת משנה 2">
            <a:extLst>
              <a:ext uri="{FF2B5EF4-FFF2-40B4-BE49-F238E27FC236}">
                <a16:creationId xmlns:a16="http://schemas.microsoft.com/office/drawing/2014/main" id="{21CD2B3E-2FD9-C12E-2AE3-CC1714DA0BE2}"/>
              </a:ext>
            </a:extLst>
          </p:cNvPr>
          <p:cNvSpPr>
            <a:spLocks noGrp="1"/>
          </p:cNvSpPr>
          <p:nvPr>
            <p:ph type="subTitle" idx="1"/>
          </p:nvPr>
        </p:nvSpPr>
        <p:spPr/>
        <p:txBody>
          <a:bodyPr/>
          <a:lstStyle/>
          <a:p>
            <a:r>
              <a:rPr lang="he-IL" dirty="0"/>
              <a:t>מסכי הפרויקט</a:t>
            </a:r>
          </a:p>
        </p:txBody>
      </p:sp>
      <p:pic>
        <p:nvPicPr>
          <p:cNvPr id="5" name="תמונה 4">
            <a:extLst>
              <a:ext uri="{FF2B5EF4-FFF2-40B4-BE49-F238E27FC236}">
                <a16:creationId xmlns:a16="http://schemas.microsoft.com/office/drawing/2014/main" id="{A678065F-8BF2-0A23-0BFD-734472C671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73558"/>
            <a:ext cx="3656804" cy="3899767"/>
          </a:xfrm>
          <a:prstGeom prst="rect">
            <a:avLst/>
          </a:prstGeom>
        </p:spPr>
      </p:pic>
      <p:sp>
        <p:nvSpPr>
          <p:cNvPr id="4" name="מלבן 3">
            <a:extLst>
              <a:ext uri="{FF2B5EF4-FFF2-40B4-BE49-F238E27FC236}">
                <a16:creationId xmlns:a16="http://schemas.microsoft.com/office/drawing/2014/main" id="{B7599ACF-1A24-59F0-FE20-01E1E555C682}"/>
              </a:ext>
            </a:extLst>
          </p:cNvPr>
          <p:cNvSpPr/>
          <p:nvPr/>
        </p:nvSpPr>
        <p:spPr>
          <a:xfrm>
            <a:off x="7393646" y="4475623"/>
            <a:ext cx="3946914" cy="1969770"/>
          </a:xfrm>
          <a:prstGeom prst="rect">
            <a:avLst/>
          </a:prstGeom>
          <a:noFill/>
        </p:spPr>
        <p:txBody>
          <a:bodyPr wrap="none" lIns="91440" tIns="45720" rIns="91440" bIns="45720">
            <a:spAutoFit/>
          </a:bodyPr>
          <a:lstStyle/>
          <a:p>
            <a:pPr algn="ctr"/>
            <a:r>
              <a:rPr lang="en-US" sz="5400" b="1" cap="none" spc="0" dirty="0">
                <a:ln w="0"/>
                <a:solidFill>
                  <a:schemeClr val="tx1"/>
                </a:solidFill>
                <a:effectLst>
                  <a:outerShdw blurRad="38100" dist="19050" dir="2700000" algn="tl" rotWithShape="0">
                    <a:schemeClr val="dk1">
                      <a:alpha val="40000"/>
                    </a:schemeClr>
                  </a:outerShdw>
                </a:effectLst>
                <a:latin typeface="Bradley Hand ITC" panose="03070402050302030203" pitchFamily="66" charset="0"/>
                <a:cs typeface="Guttman Yad-Brush" panose="02010401010101010101" pitchFamily="2" charset="-79"/>
              </a:rPr>
              <a:t>Sara Hartuv</a:t>
            </a:r>
          </a:p>
          <a:p>
            <a:pPr algn="ctr"/>
            <a:r>
              <a:rPr lang="en-US" sz="2400" dirty="0">
                <a:ln w="0"/>
                <a:effectLst>
                  <a:outerShdw blurRad="38100" dist="19050" dir="2700000" algn="tl" rotWithShape="0">
                    <a:schemeClr val="dk1">
                      <a:alpha val="40000"/>
                    </a:schemeClr>
                  </a:outerShdw>
                </a:effectLst>
                <a:latin typeface="Bradley Hand ITC" panose="03070402050302030203" pitchFamily="66" charset="0"/>
              </a:rPr>
              <a:t>sarahartuv1@gmail.com</a:t>
            </a:r>
            <a:r>
              <a:rPr lang="en-US" sz="2400" b="1" cap="none" spc="0" dirty="0">
                <a:ln w="0"/>
                <a:solidFill>
                  <a:schemeClr val="tx1"/>
                </a:solidFill>
                <a:effectLst>
                  <a:outerShdw blurRad="38100" dist="19050" dir="2700000" algn="tl" rotWithShape="0">
                    <a:schemeClr val="dk1">
                      <a:alpha val="40000"/>
                    </a:schemeClr>
                  </a:outerShdw>
                </a:effectLst>
                <a:latin typeface="Bradley Hand ITC" panose="03070402050302030203" pitchFamily="66" charset="0"/>
                <a:cs typeface="Guttman Yad-Brush" panose="02010401010101010101" pitchFamily="2" charset="-79"/>
              </a:rPr>
              <a:t> </a:t>
            </a:r>
          </a:p>
          <a:p>
            <a:pPr algn="ctr"/>
            <a:r>
              <a:rPr lang="en-US" sz="4000" dirty="0">
                <a:ln w="0"/>
                <a:effectLst>
                  <a:outerShdw blurRad="38100" dist="19050" dir="2700000" algn="tl" rotWithShape="0">
                    <a:schemeClr val="dk1">
                      <a:alpha val="40000"/>
                    </a:schemeClr>
                  </a:outerShdw>
                </a:effectLst>
                <a:latin typeface="Bradley Hand ITC" panose="03070402050302030203" pitchFamily="66" charset="0"/>
                <a:cs typeface="Guttman Yad-Brush" panose="02010401010101010101" pitchFamily="2" charset="-79"/>
              </a:rPr>
              <a:t>22/01/2026</a:t>
            </a:r>
            <a:endParaRPr lang="he-IL" sz="4000" dirty="0">
              <a:ln w="0"/>
              <a:effectLst>
                <a:outerShdw blurRad="38100" dist="19050" dir="2700000" algn="tl" rotWithShape="0">
                  <a:schemeClr val="dk1">
                    <a:alpha val="40000"/>
                  </a:schemeClr>
                </a:outerShdw>
              </a:effectLst>
              <a:latin typeface="Bradley Hand ITC" panose="03070402050302030203" pitchFamily="66" charset="0"/>
              <a:cs typeface="Guttman Yad-Brush" panose="02010401010101010101" pitchFamily="2" charset="-79"/>
            </a:endParaRPr>
          </a:p>
        </p:txBody>
      </p:sp>
    </p:spTree>
    <p:extLst>
      <p:ext uri="{BB962C8B-B14F-4D97-AF65-F5344CB8AC3E}">
        <p14:creationId xmlns:p14="http://schemas.microsoft.com/office/powerpoint/2010/main" val="34007032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CFAE2BB-99F5-1847-8C77-1CF4AFB654F5}"/>
              </a:ext>
            </a:extLst>
          </p:cNvPr>
          <p:cNvSpPr>
            <a:spLocks noGrp="1"/>
          </p:cNvSpPr>
          <p:nvPr>
            <p:ph type="title"/>
          </p:nvPr>
        </p:nvSpPr>
        <p:spPr/>
        <p:txBody>
          <a:bodyPr/>
          <a:lstStyle/>
          <a:p>
            <a:r>
              <a:rPr lang="he-IL" dirty="0"/>
              <a:t>מסך הבית </a:t>
            </a:r>
          </a:p>
        </p:txBody>
      </p:sp>
      <p:sp>
        <p:nvSpPr>
          <p:cNvPr id="3" name="מציין מיקום תוכן 2">
            <a:extLst>
              <a:ext uri="{FF2B5EF4-FFF2-40B4-BE49-F238E27FC236}">
                <a16:creationId xmlns:a16="http://schemas.microsoft.com/office/drawing/2014/main" id="{A57BF2F9-D879-88DB-6081-E37582812DAA}"/>
              </a:ext>
            </a:extLst>
          </p:cNvPr>
          <p:cNvSpPr>
            <a:spLocks noGrp="1"/>
          </p:cNvSpPr>
          <p:nvPr>
            <p:ph idx="1"/>
          </p:nvPr>
        </p:nvSpPr>
        <p:spPr/>
        <p:txBody>
          <a:bodyPr/>
          <a:lstStyle/>
          <a:p>
            <a:endParaRPr lang="he-IL" dirty="0"/>
          </a:p>
        </p:txBody>
      </p:sp>
    </p:spTree>
    <p:extLst>
      <p:ext uri="{BB962C8B-B14F-4D97-AF65-F5344CB8AC3E}">
        <p14:creationId xmlns:p14="http://schemas.microsoft.com/office/powerpoint/2010/main" val="2427514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9925EA1-B7A3-9A97-8627-5C0A8DE3F3D2}"/>
              </a:ext>
            </a:extLst>
          </p:cNvPr>
          <p:cNvSpPr>
            <a:spLocks noGrp="1"/>
          </p:cNvSpPr>
          <p:nvPr>
            <p:ph type="title"/>
          </p:nvPr>
        </p:nvSpPr>
        <p:spPr/>
        <p:txBody>
          <a:bodyPr/>
          <a:lstStyle/>
          <a:p>
            <a:r>
              <a:rPr lang="he-IL" dirty="0"/>
              <a:t>מסך התחברות למערכת </a:t>
            </a:r>
          </a:p>
        </p:txBody>
      </p:sp>
      <p:sp>
        <p:nvSpPr>
          <p:cNvPr id="6" name="מציין מיקום תוכן 5">
            <a:extLst>
              <a:ext uri="{FF2B5EF4-FFF2-40B4-BE49-F238E27FC236}">
                <a16:creationId xmlns:a16="http://schemas.microsoft.com/office/drawing/2014/main" id="{5097C44F-2CEF-7F5D-B4F8-C3AF35689D7F}"/>
              </a:ext>
            </a:extLst>
          </p:cNvPr>
          <p:cNvSpPr>
            <a:spLocks noGrp="1"/>
          </p:cNvSpPr>
          <p:nvPr>
            <p:ph idx="1"/>
          </p:nvPr>
        </p:nvSpPr>
        <p:spPr/>
        <p:txBody>
          <a:bodyPr/>
          <a:lstStyle/>
          <a:p>
            <a:r>
              <a:rPr lang="he-IL" dirty="0"/>
              <a:t>ההתחברות מתבצעת עם טלפון וסיסמא עבור כל בעלי התפקידים</a:t>
            </a:r>
          </a:p>
          <a:p>
            <a:r>
              <a:rPr lang="he-IL" dirty="0"/>
              <a:t>ניתוב לעמודים המתאימים לפי דרגת המשתמש </a:t>
            </a:r>
          </a:p>
          <a:p>
            <a:endParaRPr lang="he-IL" dirty="0"/>
          </a:p>
          <a:p>
            <a:endParaRPr lang="he-IL" dirty="0"/>
          </a:p>
          <a:p>
            <a:pPr marL="0" indent="0">
              <a:buNone/>
            </a:pPr>
            <a:endParaRPr lang="he-IL" dirty="0"/>
          </a:p>
        </p:txBody>
      </p:sp>
      <p:pic>
        <p:nvPicPr>
          <p:cNvPr id="4" name="תמונה 3">
            <a:extLst>
              <a:ext uri="{FF2B5EF4-FFF2-40B4-BE49-F238E27FC236}">
                <a16:creationId xmlns:a16="http://schemas.microsoft.com/office/drawing/2014/main" id="{B6344AAA-774C-F86C-16C4-FFEB7306EA13}"/>
              </a:ext>
            </a:extLst>
          </p:cNvPr>
          <p:cNvPicPr>
            <a:picLocks noChangeAspect="1"/>
          </p:cNvPicPr>
          <p:nvPr/>
        </p:nvPicPr>
        <p:blipFill>
          <a:blip r:embed="rId2"/>
          <a:stretch>
            <a:fillRect/>
          </a:stretch>
        </p:blipFill>
        <p:spPr>
          <a:xfrm>
            <a:off x="838200" y="2342331"/>
            <a:ext cx="3442787" cy="4266192"/>
          </a:xfrm>
          <a:prstGeom prst="rect">
            <a:avLst/>
          </a:prstGeom>
          <a:ln>
            <a:solidFill>
              <a:schemeClr val="tx1"/>
            </a:solidFill>
          </a:ln>
        </p:spPr>
      </p:pic>
    </p:spTree>
    <p:extLst>
      <p:ext uri="{BB962C8B-B14F-4D97-AF65-F5344CB8AC3E}">
        <p14:creationId xmlns:p14="http://schemas.microsoft.com/office/powerpoint/2010/main" val="1239361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6686C1B-2F4F-4FDA-8E1B-C0578345E128}"/>
              </a:ext>
            </a:extLst>
          </p:cNvPr>
          <p:cNvSpPr>
            <a:spLocks noGrp="1"/>
          </p:cNvSpPr>
          <p:nvPr>
            <p:ph type="title"/>
          </p:nvPr>
        </p:nvSpPr>
        <p:spPr>
          <a:xfrm>
            <a:off x="838199" y="365125"/>
            <a:ext cx="10690781" cy="1325563"/>
          </a:xfrm>
        </p:spPr>
        <p:txBody>
          <a:bodyPr/>
          <a:lstStyle/>
          <a:p>
            <a:r>
              <a:rPr lang="he-IL" dirty="0"/>
              <a:t>מסכי כניסת מורות – כללי קיים בכל המסכים של המורה </a:t>
            </a:r>
          </a:p>
        </p:txBody>
      </p:sp>
      <p:sp>
        <p:nvSpPr>
          <p:cNvPr id="3" name="מציין מיקום תוכן 2">
            <a:extLst>
              <a:ext uri="{FF2B5EF4-FFF2-40B4-BE49-F238E27FC236}">
                <a16:creationId xmlns:a16="http://schemas.microsoft.com/office/drawing/2014/main" id="{CF60D022-79EB-59D2-1B3A-15725DAD0FA3}"/>
              </a:ext>
            </a:extLst>
          </p:cNvPr>
          <p:cNvSpPr>
            <a:spLocks noGrp="1"/>
          </p:cNvSpPr>
          <p:nvPr>
            <p:ph idx="1"/>
          </p:nvPr>
        </p:nvSpPr>
        <p:spPr/>
        <p:txBody>
          <a:bodyPr>
            <a:normAutofit/>
          </a:bodyPr>
          <a:lstStyle/>
          <a:p>
            <a:r>
              <a:rPr lang="he-IL" dirty="0"/>
              <a:t>שם מורה, תאריך עברי ולועזי, כיתה, פרשה, מספר התלמידות בכיתה, מספר תלמידות עם הצטיינות שבועית ברפרוף עכבר על זה יראו מי התלמידות הללו, בצד שמאל למעלה תמיד קיים כפתור יציאה</a:t>
            </a:r>
          </a:p>
          <a:p>
            <a:r>
              <a:rPr lang="he-IL" dirty="0"/>
              <a:t>כרטיסיות של 3 מצבים </a:t>
            </a:r>
          </a:p>
          <a:p>
            <a:pPr lvl="1"/>
            <a:r>
              <a:rPr lang="he-IL" dirty="0"/>
              <a:t>ראשי</a:t>
            </a:r>
          </a:p>
          <a:p>
            <a:pPr lvl="1"/>
            <a:r>
              <a:rPr lang="he-IL" dirty="0"/>
              <a:t>גרפים </a:t>
            </a:r>
          </a:p>
          <a:p>
            <a:pPr lvl="1"/>
            <a:r>
              <a:rPr lang="he-IL" dirty="0"/>
              <a:t>הודעות לתמידות</a:t>
            </a:r>
          </a:p>
          <a:p>
            <a:endParaRPr lang="he-IL" dirty="0"/>
          </a:p>
          <a:p>
            <a:pPr lvl="2"/>
            <a:endParaRPr lang="he-IL" dirty="0"/>
          </a:p>
          <a:p>
            <a:pPr lvl="1"/>
            <a:endParaRPr lang="he-IL" dirty="0"/>
          </a:p>
          <a:p>
            <a:endParaRPr lang="he-IL" b="1" dirty="0"/>
          </a:p>
          <a:p>
            <a:endParaRPr lang="he-IL" dirty="0"/>
          </a:p>
          <a:p>
            <a:endParaRPr lang="he-IL" dirty="0"/>
          </a:p>
        </p:txBody>
      </p:sp>
    </p:spTree>
    <p:extLst>
      <p:ext uri="{BB962C8B-B14F-4D97-AF65-F5344CB8AC3E}">
        <p14:creationId xmlns:p14="http://schemas.microsoft.com/office/powerpoint/2010/main" val="3734914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E4121A7-2C65-8E11-7EE2-4AF2A618F952}"/>
              </a:ext>
            </a:extLst>
          </p:cNvPr>
          <p:cNvSpPr>
            <a:spLocks noGrp="1"/>
          </p:cNvSpPr>
          <p:nvPr>
            <p:ph type="title"/>
          </p:nvPr>
        </p:nvSpPr>
        <p:spPr/>
        <p:txBody>
          <a:bodyPr/>
          <a:lstStyle/>
          <a:p>
            <a:r>
              <a:rPr lang="he-IL" dirty="0"/>
              <a:t>כניסת מורות - מסך יומיומי</a:t>
            </a:r>
          </a:p>
        </p:txBody>
      </p:sp>
      <p:sp>
        <p:nvSpPr>
          <p:cNvPr id="3" name="מציין מיקום תוכן 2">
            <a:extLst>
              <a:ext uri="{FF2B5EF4-FFF2-40B4-BE49-F238E27FC236}">
                <a16:creationId xmlns:a16="http://schemas.microsoft.com/office/drawing/2014/main" id="{9D6BE741-7E65-ABBB-9125-2E23535C3C53}"/>
              </a:ext>
            </a:extLst>
          </p:cNvPr>
          <p:cNvSpPr>
            <a:spLocks noGrp="1"/>
          </p:cNvSpPr>
          <p:nvPr>
            <p:ph idx="1"/>
          </p:nvPr>
        </p:nvSpPr>
        <p:spPr/>
        <p:txBody>
          <a:bodyPr>
            <a:normAutofit fontScale="62500" lnSpcReduction="20000"/>
          </a:bodyPr>
          <a:lstStyle/>
          <a:p>
            <a:r>
              <a:rPr lang="he-IL" dirty="0"/>
              <a:t>טבלת עדכון יומית</a:t>
            </a:r>
          </a:p>
          <a:p>
            <a:pPr lvl="1"/>
            <a:r>
              <a:rPr lang="he-IL" dirty="0"/>
              <a:t>מוצג התאריך של היום וניתן לבחור גם תאריך אחר למשל של אתמול או שלשום ולפי זה תוצג הטבלה המתאימה של התאריך הנבחר (הטבלה </a:t>
            </a:r>
            <a:r>
              <a:rPr lang="he-IL" dirty="0" err="1"/>
              <a:t>הברירת</a:t>
            </a:r>
            <a:r>
              <a:rPr lang="he-IL" dirty="0"/>
              <a:t> מחדל היא של היום)</a:t>
            </a:r>
          </a:p>
          <a:p>
            <a:pPr lvl="1"/>
            <a:r>
              <a:rPr lang="he-IL" dirty="0"/>
              <a:t>טבלה שעמודותיה הן השיעורים שיש באותו יום, ושורותיה הן הכללים של הכיתה, כל </a:t>
            </a:r>
            <a:r>
              <a:rPr lang="he-IL" dirty="0" err="1"/>
              <a:t>קוביה</a:t>
            </a:r>
            <a:r>
              <a:rPr lang="he-IL" dirty="0"/>
              <a:t> בטבלה מחולקת לפי שמות הבנות – שם צריך להכניס ניקוד יומי (0,1,2)</a:t>
            </a:r>
          </a:p>
          <a:p>
            <a:r>
              <a:rPr lang="he-IL" dirty="0"/>
              <a:t>בכל יום שישי מהשעה 12 בלילה ועד יום ראשון בשעה 10:00 בבוקר יהיה הודעת פופ אפ שקופצת למורה הגיע הזמן לעדכן מצטיינות שבוע בהודעה תהיה הרשימה של בנות הכיתה ולכל תלמידה כמה נקודות היא צברה השבוע (זה יהיה מוצג למורה), ואז המורה תצטרך לבחור האם התלמידה מצטיינת שבוע אם כן אז יהיה לה אוטומטית שובר (בכיתות תעסוקה – שניים) ותעודה ואם לא המורה תצטרך לבחור מה מגיע לה (שובר – אחד או שניים, או תעודה)</a:t>
            </a:r>
          </a:p>
          <a:p>
            <a:r>
              <a:rPr lang="he-IL" dirty="0"/>
              <a:t>טבלת סיכום שבוע למורה</a:t>
            </a:r>
          </a:p>
          <a:p>
            <a:pPr lvl="1"/>
            <a:r>
              <a:rPr lang="he-IL" dirty="0"/>
              <a:t>נתוני הטבלה הם לפי התאריך שבוחרים. מוצג הפרשה של השבוע האחרון ואפשר להחליף לשבועות קודמים</a:t>
            </a:r>
          </a:p>
          <a:p>
            <a:pPr lvl="1"/>
            <a:r>
              <a:rPr lang="he-IL" dirty="0"/>
              <a:t>בה יש שורות: כמות נקודות שבועית האם היא מצטיינת שבוע, שוברים שקיבלה השבוע, והאם קיבלה תעודה, והעמודות זה שמות התלמידות הטבלה מיועדת למורה כדי שיהיה לה מידע מה היא נתנה השבוע ולמה</a:t>
            </a:r>
          </a:p>
          <a:p>
            <a:r>
              <a:rPr lang="he-IL" dirty="0"/>
              <a:t>טבלת סיכום הצטיינות תקופתית : </a:t>
            </a:r>
          </a:p>
          <a:p>
            <a:pPr lvl="1"/>
            <a:r>
              <a:rPr lang="he-IL" dirty="0"/>
              <a:t>נתוני הטבלה הם לפי התאריך שבוחרים, ניתן לבחור תאריכי תקופות </a:t>
            </a:r>
            <a:r>
              <a:rPr lang="he-IL" dirty="0" err="1"/>
              <a:t>הברירת</a:t>
            </a:r>
            <a:r>
              <a:rPr lang="he-IL" dirty="0"/>
              <a:t> מחדל זה התקופה הנוכחית ואפשר לראות תקופות קודמות</a:t>
            </a:r>
          </a:p>
          <a:p>
            <a:pPr lvl="1"/>
            <a:r>
              <a:rPr lang="he-IL" dirty="0"/>
              <a:t>השורות בטבלה: מספר התעודות שהתלמידה צברה עד עכשיו (אבל רק מתחילת תקופת הצטיינות זו), והעמודות זה שמות התלמידות בכיתה</a:t>
            </a:r>
          </a:p>
          <a:p>
            <a:endParaRPr lang="he-IL" dirty="0"/>
          </a:p>
          <a:p>
            <a:endParaRPr lang="he-IL" dirty="0"/>
          </a:p>
        </p:txBody>
      </p:sp>
    </p:spTree>
    <p:extLst>
      <p:ext uri="{BB962C8B-B14F-4D97-AF65-F5344CB8AC3E}">
        <p14:creationId xmlns:p14="http://schemas.microsoft.com/office/powerpoint/2010/main" val="2718331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290208F-599A-A4A4-44CE-5F536E4518BC}"/>
              </a:ext>
            </a:extLst>
          </p:cNvPr>
          <p:cNvSpPr>
            <a:spLocks noGrp="1"/>
          </p:cNvSpPr>
          <p:nvPr>
            <p:ph type="title"/>
          </p:nvPr>
        </p:nvSpPr>
        <p:spPr/>
        <p:txBody>
          <a:bodyPr/>
          <a:lstStyle/>
          <a:p>
            <a:r>
              <a:rPr lang="he-IL" dirty="0"/>
              <a:t>כניסת מורות - גרפים</a:t>
            </a:r>
          </a:p>
        </p:txBody>
      </p:sp>
      <p:sp>
        <p:nvSpPr>
          <p:cNvPr id="3" name="מציין מיקום תוכן 2">
            <a:extLst>
              <a:ext uri="{FF2B5EF4-FFF2-40B4-BE49-F238E27FC236}">
                <a16:creationId xmlns:a16="http://schemas.microsoft.com/office/drawing/2014/main" id="{80B1D261-24C7-E992-E1A1-26390DA19B93}"/>
              </a:ext>
            </a:extLst>
          </p:cNvPr>
          <p:cNvSpPr>
            <a:spLocks noGrp="1"/>
          </p:cNvSpPr>
          <p:nvPr>
            <p:ph idx="1"/>
          </p:nvPr>
        </p:nvSpPr>
        <p:spPr/>
        <p:txBody>
          <a:bodyPr>
            <a:normAutofit fontScale="77500" lnSpcReduction="20000"/>
          </a:bodyPr>
          <a:lstStyle/>
          <a:p>
            <a:r>
              <a:rPr lang="he-IL" dirty="0"/>
              <a:t>גרף עמודות הצטיינות:</a:t>
            </a:r>
          </a:p>
          <a:p>
            <a:pPr lvl="1"/>
            <a:r>
              <a:rPr lang="he-IL" dirty="0"/>
              <a:t>ציר ה</a:t>
            </a:r>
            <a:r>
              <a:rPr lang="en-US" dirty="0"/>
              <a:t>x </a:t>
            </a:r>
            <a:r>
              <a:rPr lang="he-IL" dirty="0"/>
              <a:t> שמות התלמידות, ציר ה</a:t>
            </a:r>
            <a:r>
              <a:rPr lang="en-US" dirty="0"/>
              <a:t>y </a:t>
            </a:r>
            <a:r>
              <a:rPr lang="he-IL" dirty="0"/>
              <a:t> מספר הפעמים </a:t>
            </a:r>
            <a:r>
              <a:rPr lang="he-IL" dirty="0" err="1"/>
              <a:t>שהיתה</a:t>
            </a:r>
            <a:r>
              <a:rPr lang="he-IL" dirty="0"/>
              <a:t> מצטיינת שבוע עד כה  מתחילת השנה</a:t>
            </a:r>
          </a:p>
          <a:p>
            <a:r>
              <a:rPr lang="he-IL" dirty="0"/>
              <a:t>הגרפים:</a:t>
            </a:r>
          </a:p>
          <a:p>
            <a:pPr lvl="1"/>
            <a:r>
              <a:rPr lang="he-IL" dirty="0"/>
              <a:t>גרף ממוצע : הרעיון מציגים את נתוני הממוצע של התלמידות</a:t>
            </a:r>
          </a:p>
          <a:p>
            <a:pPr lvl="3"/>
            <a:r>
              <a:rPr lang="he-IL" dirty="0"/>
              <a:t>ניתן לבחור להציג את הנתונים על פי: יום, שבוע, תקופה, כל הכיתה או לפי תלמידה מסוימת</a:t>
            </a:r>
          </a:p>
          <a:p>
            <a:pPr lvl="3"/>
            <a:r>
              <a:rPr lang="he-IL" dirty="0"/>
              <a:t>יום – מציג את הממוצע היומי של צבירת נקודות בשיעור (סכום כל הנקודות של כל השיעורים ביום שנבחר לחלק במספר השיעורים)</a:t>
            </a:r>
          </a:p>
          <a:p>
            <a:pPr lvl="3"/>
            <a:r>
              <a:rPr lang="he-IL" dirty="0"/>
              <a:t>שבוע – מציג גרף ציר ה</a:t>
            </a:r>
            <a:r>
              <a:rPr lang="en-US" dirty="0"/>
              <a:t>x </a:t>
            </a:r>
            <a:r>
              <a:rPr lang="he-IL" dirty="0"/>
              <a:t> זה ימי השבוע ציר ה </a:t>
            </a:r>
            <a:r>
              <a:rPr lang="en-US" dirty="0"/>
              <a:t>Y</a:t>
            </a:r>
            <a:r>
              <a:rPr lang="he-IL" dirty="0"/>
              <a:t> זה הממוצע של כל יום בשבוע זה אם בחרו להציג את כל הכיתה אז זה מציג בכל יום עמודות צמודות כמספר הבנות בכיתה, מציג גם מה הממוצע השבועי של שיעור לכל תלמידה</a:t>
            </a:r>
          </a:p>
          <a:p>
            <a:pPr lvl="3"/>
            <a:r>
              <a:rPr lang="he-IL" dirty="0"/>
              <a:t>תקופה – ציר ה </a:t>
            </a:r>
            <a:r>
              <a:rPr lang="en-US" dirty="0"/>
              <a:t>X</a:t>
            </a:r>
            <a:r>
              <a:rPr lang="he-IL" dirty="0"/>
              <a:t> מחולק לפי פרשות השבוע של התקופה הנבחרת, וציר ה </a:t>
            </a:r>
            <a:r>
              <a:rPr lang="en-US" dirty="0"/>
              <a:t>Y</a:t>
            </a:r>
            <a:r>
              <a:rPr lang="he-IL" dirty="0"/>
              <a:t> זה הממוצע השבועי של אותו שבוע גם פה כמו בגרף השבועי ההצגה מתבצעת כאשר בוחרים את כל הכיתה, בנוסף מציג לכל תלמידה מה הממוצע לאורך כל התקופה של שיעור אחד</a:t>
            </a:r>
          </a:p>
          <a:p>
            <a:pPr lvl="1"/>
            <a:r>
              <a:rPr lang="he-IL" dirty="0"/>
              <a:t>לכל תלמידה</a:t>
            </a:r>
          </a:p>
          <a:p>
            <a:pPr lvl="2"/>
            <a:r>
              <a:rPr lang="he-IL" dirty="0"/>
              <a:t>גרף עוגה – אחוזים של השבועות שהצטיינתי מתוך השבועות עד כה </a:t>
            </a:r>
          </a:p>
          <a:p>
            <a:pPr lvl="2"/>
            <a:r>
              <a:rPr lang="he-IL" dirty="0"/>
              <a:t>גרף עוגה – 4 עוגות שמחולקות ל 3 כל חלק מסמל הצלחה מלאה, חלקית, אי הצלחה, שזה בעצם כמות השיעורים שצברתי הצלחה מלאה לעומת כל השיעורים בטווח הזמן או כמות השיעורים שצברתי הצלחה חלקית לעומת כל השיעורים, כל עוגה היא לפי כלל הכיתה – דיבור בכבוד, הבאת ציוד וכו'</a:t>
            </a:r>
          </a:p>
          <a:p>
            <a:pPr lvl="2"/>
            <a:r>
              <a:rPr lang="he-IL" dirty="0"/>
              <a:t>גרף עמודות – ציר ה </a:t>
            </a:r>
            <a:r>
              <a:rPr lang="en-US" dirty="0"/>
              <a:t>X</a:t>
            </a:r>
            <a:r>
              <a:rPr lang="he-IL" dirty="0"/>
              <a:t> 4 הכללים וציר ה </a:t>
            </a:r>
            <a:r>
              <a:rPr lang="en-US" dirty="0"/>
              <a:t>Y</a:t>
            </a:r>
            <a:r>
              <a:rPr lang="he-IL" dirty="0"/>
              <a:t> זה אחוזי ההצלחה שלה באותה תקופת זמן שנבחרה לכל תלמידה יש 3 עמודות של הצלחה מלאה , הצלחה חלקית, או אי הצלחה </a:t>
            </a:r>
          </a:p>
          <a:p>
            <a:pPr lvl="1"/>
            <a:endParaRPr lang="he-IL" dirty="0"/>
          </a:p>
        </p:txBody>
      </p:sp>
    </p:spTree>
    <p:extLst>
      <p:ext uri="{BB962C8B-B14F-4D97-AF65-F5344CB8AC3E}">
        <p14:creationId xmlns:p14="http://schemas.microsoft.com/office/powerpoint/2010/main" val="3347011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8626010-9923-AE20-16D3-A049FB1518E2}"/>
              </a:ext>
            </a:extLst>
          </p:cNvPr>
          <p:cNvSpPr>
            <a:spLocks noGrp="1"/>
          </p:cNvSpPr>
          <p:nvPr>
            <p:ph type="title"/>
          </p:nvPr>
        </p:nvSpPr>
        <p:spPr/>
        <p:txBody>
          <a:bodyPr/>
          <a:lstStyle/>
          <a:p>
            <a:r>
              <a:rPr lang="he-IL" dirty="0"/>
              <a:t>כניסת מורות – הודעות</a:t>
            </a:r>
          </a:p>
        </p:txBody>
      </p:sp>
      <p:sp>
        <p:nvSpPr>
          <p:cNvPr id="3" name="מציין מיקום תוכן 2">
            <a:extLst>
              <a:ext uri="{FF2B5EF4-FFF2-40B4-BE49-F238E27FC236}">
                <a16:creationId xmlns:a16="http://schemas.microsoft.com/office/drawing/2014/main" id="{7EAE2F3D-BA08-C00B-4126-095934B3FFE0}"/>
              </a:ext>
            </a:extLst>
          </p:cNvPr>
          <p:cNvSpPr>
            <a:spLocks noGrp="1"/>
          </p:cNvSpPr>
          <p:nvPr>
            <p:ph idx="1"/>
          </p:nvPr>
        </p:nvSpPr>
        <p:spPr/>
        <p:txBody>
          <a:bodyPr/>
          <a:lstStyle/>
          <a:p>
            <a:r>
              <a:rPr lang="he-IL" dirty="0"/>
              <a:t>המורה תיראה את המסך מחולק לפי התלמידות שלה והיא תוכל לראות את כל ההודעות שהתלמידה קיבלה ויהיה לה כפתור של הודעה חדשה </a:t>
            </a:r>
          </a:p>
          <a:p>
            <a:r>
              <a:rPr lang="he-IL" dirty="0"/>
              <a:t>פופ אפ ששם היא מוסיפה את ההודעה </a:t>
            </a:r>
          </a:p>
          <a:p>
            <a:r>
              <a:rPr lang="he-IL" dirty="0"/>
              <a:t>הבהרה אין צ'אט בין התלמידה למורה !</a:t>
            </a:r>
          </a:p>
          <a:p>
            <a:r>
              <a:rPr lang="he-IL" dirty="0"/>
              <a:t>זהו שליחת הודעות חד צדדיות מכיוון המורה לתלמידותיה, וצפיה של המורה בהודעות שכתבו הצוות הטיפולי לתלמידה זו כדי להבין תהליך והתקדמות.</a:t>
            </a:r>
          </a:p>
        </p:txBody>
      </p:sp>
    </p:spTree>
    <p:extLst>
      <p:ext uri="{BB962C8B-B14F-4D97-AF65-F5344CB8AC3E}">
        <p14:creationId xmlns:p14="http://schemas.microsoft.com/office/powerpoint/2010/main" val="3966980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DFF9E9E-F405-86BC-1468-7D404F7565E9}"/>
              </a:ext>
            </a:extLst>
          </p:cNvPr>
          <p:cNvSpPr>
            <a:spLocks noGrp="1"/>
          </p:cNvSpPr>
          <p:nvPr>
            <p:ph type="title"/>
          </p:nvPr>
        </p:nvSpPr>
        <p:spPr/>
        <p:txBody>
          <a:bodyPr/>
          <a:lstStyle/>
          <a:p>
            <a:r>
              <a:rPr lang="he-IL" dirty="0"/>
              <a:t>כניסת תלמידות </a:t>
            </a:r>
          </a:p>
        </p:txBody>
      </p:sp>
      <p:sp>
        <p:nvSpPr>
          <p:cNvPr id="3" name="מציין מיקום תוכן 2">
            <a:extLst>
              <a:ext uri="{FF2B5EF4-FFF2-40B4-BE49-F238E27FC236}">
                <a16:creationId xmlns:a16="http://schemas.microsoft.com/office/drawing/2014/main" id="{5F07FC5C-CB96-44F9-D20C-6FF4E0A2F4CF}"/>
              </a:ext>
            </a:extLst>
          </p:cNvPr>
          <p:cNvSpPr>
            <a:spLocks noGrp="1"/>
          </p:cNvSpPr>
          <p:nvPr>
            <p:ph idx="1"/>
          </p:nvPr>
        </p:nvSpPr>
        <p:spPr/>
        <p:txBody>
          <a:bodyPr>
            <a:normAutofit fontScale="77500" lnSpcReduction="20000"/>
          </a:bodyPr>
          <a:lstStyle/>
          <a:p>
            <a:r>
              <a:rPr lang="he-IL" dirty="0"/>
              <a:t>שם, כיתה, פרשה, האם היא מצטיינת שבוע </a:t>
            </a:r>
          </a:p>
          <a:p>
            <a:r>
              <a:rPr lang="he-IL" dirty="0"/>
              <a:t>מספר נקודות שצברתי השבוע </a:t>
            </a:r>
          </a:p>
          <a:p>
            <a:r>
              <a:rPr lang="he-IL" dirty="0"/>
              <a:t>האם קיבלתי שובר (או שניים) או תעודה </a:t>
            </a:r>
          </a:p>
          <a:p>
            <a:r>
              <a:rPr lang="he-IL" dirty="0"/>
              <a:t>מספר שוברים סך </a:t>
            </a:r>
            <a:r>
              <a:rPr lang="he-IL" dirty="0" err="1"/>
              <a:t>הכל</a:t>
            </a:r>
            <a:r>
              <a:rPr lang="he-IL" dirty="0"/>
              <a:t> למימוש</a:t>
            </a:r>
          </a:p>
          <a:p>
            <a:r>
              <a:rPr lang="he-IL" dirty="0"/>
              <a:t>מפת הדרך להצטיינות חודשית </a:t>
            </a:r>
          </a:p>
          <a:p>
            <a:r>
              <a:rPr lang="he-IL" dirty="0"/>
              <a:t>כפתור שליחת הודעות לצוות ניהול על רעיונות חדשים</a:t>
            </a:r>
          </a:p>
          <a:p>
            <a:r>
              <a:rPr lang="he-IL" dirty="0"/>
              <a:t>גרפים/היסטוריה 	</a:t>
            </a:r>
          </a:p>
          <a:p>
            <a:pPr lvl="1"/>
            <a:r>
              <a:rPr lang="he-IL" dirty="0"/>
              <a:t>גרף עוגה - פילוח באחוזים של הצטיינות שבועית - ז"א שבועות שהצטיינתי ביחס לכל השבועות בשנה עד כה</a:t>
            </a:r>
          </a:p>
          <a:p>
            <a:pPr lvl="1"/>
            <a:r>
              <a:rPr lang="he-IL" dirty="0"/>
              <a:t>גרף נקודות - מציין את כמות הנקודות שהתלמידה צברה מתחילת התקופה הנוכחית - כל שבוע יש נקודה, אם הייתה מצטיינת שבוע סימון וכתוב את כמות השוברים שקיבלה ותעודת הצטיינות אם קיבלה</a:t>
            </a:r>
          </a:p>
          <a:p>
            <a:r>
              <a:rPr lang="he-IL" dirty="0"/>
              <a:t>הודעות מצוות</a:t>
            </a:r>
          </a:p>
          <a:p>
            <a:pPr lvl="1"/>
            <a:r>
              <a:rPr lang="he-IL" dirty="0"/>
              <a:t>צפיה בכל ההודעות של הצוות, הודעות שלא נקראו מופיעות במודגש </a:t>
            </a:r>
          </a:p>
        </p:txBody>
      </p:sp>
    </p:spTree>
    <p:extLst>
      <p:ext uri="{BB962C8B-B14F-4D97-AF65-F5344CB8AC3E}">
        <p14:creationId xmlns:p14="http://schemas.microsoft.com/office/powerpoint/2010/main" val="27694763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9A99409-B62F-F01A-E367-EA12225A1331}"/>
              </a:ext>
            </a:extLst>
          </p:cNvPr>
          <p:cNvSpPr>
            <a:spLocks noGrp="1"/>
          </p:cNvSpPr>
          <p:nvPr>
            <p:ph type="title"/>
          </p:nvPr>
        </p:nvSpPr>
        <p:spPr/>
        <p:txBody>
          <a:bodyPr/>
          <a:lstStyle/>
          <a:p>
            <a:r>
              <a:rPr lang="he-IL" dirty="0"/>
              <a:t>כניסת צוות ניהולי + טיפולי</a:t>
            </a:r>
          </a:p>
        </p:txBody>
      </p:sp>
      <p:sp>
        <p:nvSpPr>
          <p:cNvPr id="3" name="מציין מיקום תוכן 2">
            <a:extLst>
              <a:ext uri="{FF2B5EF4-FFF2-40B4-BE49-F238E27FC236}">
                <a16:creationId xmlns:a16="http://schemas.microsoft.com/office/drawing/2014/main" id="{60325346-9797-A151-A805-E4B6F8D7BBAB}"/>
              </a:ext>
            </a:extLst>
          </p:cNvPr>
          <p:cNvSpPr>
            <a:spLocks noGrp="1"/>
          </p:cNvSpPr>
          <p:nvPr>
            <p:ph idx="1"/>
          </p:nvPr>
        </p:nvSpPr>
        <p:spPr/>
        <p:txBody>
          <a:bodyPr/>
          <a:lstStyle/>
          <a:p>
            <a:r>
              <a:rPr lang="he-IL" dirty="0"/>
              <a:t>יתבצע בשלב עתידי </a:t>
            </a:r>
          </a:p>
          <a:p>
            <a:r>
              <a:rPr lang="he-IL" dirty="0"/>
              <a:t>הוקמה תשתית לפיתוח עתידני</a:t>
            </a:r>
          </a:p>
          <a:p>
            <a:r>
              <a:rPr lang="he-IL" dirty="0"/>
              <a:t>התהליכים המרכזיים </a:t>
            </a:r>
          </a:p>
          <a:p>
            <a:pPr lvl="1"/>
            <a:r>
              <a:rPr lang="he-IL" dirty="0"/>
              <a:t>צפיה בגרפים של התלמידות והמורות + גרפים כלל תיכוניים</a:t>
            </a:r>
          </a:p>
          <a:p>
            <a:pPr lvl="1"/>
            <a:r>
              <a:rPr lang="he-IL" dirty="0"/>
              <a:t>הוספת הודעות לתלמידות + צפיה בהודעות שהן כתבו לתלמידות  </a:t>
            </a:r>
          </a:p>
        </p:txBody>
      </p:sp>
    </p:spTree>
    <p:extLst>
      <p:ext uri="{BB962C8B-B14F-4D97-AF65-F5344CB8AC3E}">
        <p14:creationId xmlns:p14="http://schemas.microsoft.com/office/powerpoint/2010/main" val="3570078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745858F-B55D-AFF1-FDBB-19BDF3A90137}"/>
              </a:ext>
            </a:extLst>
          </p:cNvPr>
          <p:cNvSpPr>
            <a:spLocks noGrp="1"/>
          </p:cNvSpPr>
          <p:nvPr>
            <p:ph type="title"/>
          </p:nvPr>
        </p:nvSpPr>
        <p:spPr/>
        <p:txBody>
          <a:bodyPr/>
          <a:lstStyle/>
          <a:p>
            <a:r>
              <a:rPr lang="he-IL" dirty="0"/>
              <a:t>כניסת מנהלת אתר </a:t>
            </a:r>
          </a:p>
        </p:txBody>
      </p:sp>
      <p:sp>
        <p:nvSpPr>
          <p:cNvPr id="3" name="מציין מיקום תוכן 2">
            <a:extLst>
              <a:ext uri="{FF2B5EF4-FFF2-40B4-BE49-F238E27FC236}">
                <a16:creationId xmlns:a16="http://schemas.microsoft.com/office/drawing/2014/main" id="{37AD60DE-3B47-B04B-FEA7-D42915A15156}"/>
              </a:ext>
            </a:extLst>
          </p:cNvPr>
          <p:cNvSpPr>
            <a:spLocks noGrp="1"/>
          </p:cNvSpPr>
          <p:nvPr>
            <p:ph idx="1"/>
          </p:nvPr>
        </p:nvSpPr>
        <p:spPr/>
        <p:txBody>
          <a:bodyPr/>
          <a:lstStyle/>
          <a:p>
            <a:r>
              <a:rPr lang="he-IL" dirty="0"/>
              <a:t>יתבצע בשלב עתידני</a:t>
            </a:r>
          </a:p>
          <a:p>
            <a:r>
              <a:rPr lang="he-IL" dirty="0"/>
              <a:t>הוקמה תשתית לפיתוח</a:t>
            </a:r>
          </a:p>
          <a:p>
            <a:r>
              <a:rPr lang="he-IL" dirty="0"/>
              <a:t>תהליכים מרכזיים </a:t>
            </a:r>
          </a:p>
          <a:p>
            <a:pPr lvl="1"/>
            <a:r>
              <a:rPr lang="he-IL" dirty="0"/>
              <a:t>הוספת/מחיקת/עדכון משתמשים </a:t>
            </a:r>
          </a:p>
          <a:p>
            <a:pPr lvl="1"/>
            <a:r>
              <a:rPr lang="he-IL" dirty="0"/>
              <a:t>הוספת/מחיקת/עדכון מלאי</a:t>
            </a:r>
          </a:p>
          <a:p>
            <a:pPr lvl="1"/>
            <a:r>
              <a:rPr lang="he-IL" dirty="0"/>
              <a:t>בקרה על המערכת </a:t>
            </a:r>
          </a:p>
          <a:p>
            <a:pPr lvl="1"/>
            <a:r>
              <a:rPr lang="he-IL" dirty="0"/>
              <a:t>ועוד</a:t>
            </a:r>
          </a:p>
        </p:txBody>
      </p:sp>
    </p:spTree>
    <p:extLst>
      <p:ext uri="{BB962C8B-B14F-4D97-AF65-F5344CB8AC3E}">
        <p14:creationId xmlns:p14="http://schemas.microsoft.com/office/powerpoint/2010/main" val="2465889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D483F29-B6D7-02F2-1921-797F5A338BB5}"/>
              </a:ext>
            </a:extLst>
          </p:cNvPr>
          <p:cNvSpPr>
            <a:spLocks noGrp="1"/>
          </p:cNvSpPr>
          <p:nvPr>
            <p:ph type="title"/>
          </p:nvPr>
        </p:nvSpPr>
        <p:spPr/>
        <p:txBody>
          <a:bodyPr/>
          <a:lstStyle/>
          <a:p>
            <a:r>
              <a:rPr lang="he-IL" dirty="0"/>
              <a:t>כניסת תלמידות - הקיוסק</a:t>
            </a:r>
          </a:p>
        </p:txBody>
      </p:sp>
      <p:sp>
        <p:nvSpPr>
          <p:cNvPr id="3" name="מציין מיקום תוכן 2">
            <a:extLst>
              <a:ext uri="{FF2B5EF4-FFF2-40B4-BE49-F238E27FC236}">
                <a16:creationId xmlns:a16="http://schemas.microsoft.com/office/drawing/2014/main" id="{927EFC5C-B47B-DA8D-7FD5-B0C87E4C5790}"/>
              </a:ext>
            </a:extLst>
          </p:cNvPr>
          <p:cNvSpPr>
            <a:spLocks noGrp="1"/>
          </p:cNvSpPr>
          <p:nvPr>
            <p:ph idx="1"/>
          </p:nvPr>
        </p:nvSpPr>
        <p:spPr/>
        <p:txBody>
          <a:bodyPr>
            <a:normAutofit/>
          </a:bodyPr>
          <a:lstStyle/>
          <a:p>
            <a:r>
              <a:rPr lang="he-IL" dirty="0"/>
              <a:t>צפיה בכל המוצרים </a:t>
            </a:r>
          </a:p>
          <a:p>
            <a:r>
              <a:rPr lang="he-IL" dirty="0"/>
              <a:t>אפשרויות סינון על פי קטגוריות, על פי מחיר, ועל פי חיפוש שמות</a:t>
            </a:r>
          </a:p>
          <a:p>
            <a:r>
              <a:rPr lang="he-IL" dirty="0"/>
              <a:t>הדגשה על מוצרים מסוימים שהם החדשים ביותר, הנמכרים ביותר ועוד </a:t>
            </a:r>
          </a:p>
          <a:p>
            <a:r>
              <a:rPr lang="he-IL" dirty="0"/>
              <a:t>לכל מוצר כתוב שם מוצר, תיאור, לאיזה קטגוריה שייך, כמה במלאי, מחיר, אפשרות להוספת המוצר לסל </a:t>
            </a:r>
          </a:p>
          <a:p>
            <a:r>
              <a:rPr lang="he-IL" dirty="0"/>
              <a:t>אפשרות למעבר לסל הקניות </a:t>
            </a:r>
          </a:p>
          <a:p>
            <a:r>
              <a:rPr lang="he-IL" dirty="0"/>
              <a:t>אפשרות למעבר לתשלום </a:t>
            </a:r>
          </a:p>
          <a:p>
            <a:r>
              <a:rPr lang="he-IL" dirty="0"/>
              <a:t>אפשרות חזרה לפרופיל </a:t>
            </a:r>
          </a:p>
        </p:txBody>
      </p:sp>
    </p:spTree>
    <p:extLst>
      <p:ext uri="{BB962C8B-B14F-4D97-AF65-F5344CB8AC3E}">
        <p14:creationId xmlns:p14="http://schemas.microsoft.com/office/powerpoint/2010/main" val="567978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BDCEDCE-6727-1211-5701-FCA2B4538D89}"/>
              </a:ext>
            </a:extLst>
          </p:cNvPr>
          <p:cNvSpPr>
            <a:spLocks noGrp="1"/>
          </p:cNvSpPr>
          <p:nvPr>
            <p:ph type="title"/>
          </p:nvPr>
        </p:nvSpPr>
        <p:spPr/>
        <p:txBody>
          <a:bodyPr/>
          <a:lstStyle/>
          <a:p>
            <a:r>
              <a:rPr lang="he-IL" dirty="0"/>
              <a:t>כניסת תלמידות – סל הקניות </a:t>
            </a:r>
          </a:p>
        </p:txBody>
      </p:sp>
      <p:sp>
        <p:nvSpPr>
          <p:cNvPr id="3" name="מציין מיקום תוכן 2">
            <a:extLst>
              <a:ext uri="{FF2B5EF4-FFF2-40B4-BE49-F238E27FC236}">
                <a16:creationId xmlns:a16="http://schemas.microsoft.com/office/drawing/2014/main" id="{752A6DB4-0556-934E-B85A-7ED3EBB064A7}"/>
              </a:ext>
            </a:extLst>
          </p:cNvPr>
          <p:cNvSpPr>
            <a:spLocks noGrp="1"/>
          </p:cNvSpPr>
          <p:nvPr>
            <p:ph idx="1"/>
          </p:nvPr>
        </p:nvSpPr>
        <p:spPr/>
        <p:txBody>
          <a:bodyPr>
            <a:normAutofit fontScale="92500" lnSpcReduction="10000"/>
          </a:bodyPr>
          <a:lstStyle/>
          <a:p>
            <a:r>
              <a:rPr lang="he-IL" dirty="0"/>
              <a:t>צפיה בכל הפריטים בסל </a:t>
            </a:r>
          </a:p>
          <a:p>
            <a:r>
              <a:rPr lang="he-IL" dirty="0"/>
              <a:t>על כל פריט אפשרות למחוק אותו מהסל, לראות תמונה, שם, תיאור, מחיר, קטגוריה, אפשרות לעדכון כמות להזמנה </a:t>
            </a:r>
          </a:p>
          <a:p>
            <a:r>
              <a:rPr lang="he-IL" dirty="0"/>
              <a:t>צפיה בעלות של הקניה, וכמות המוצרים בהזמנה  </a:t>
            </a:r>
          </a:p>
          <a:p>
            <a:r>
              <a:rPr lang="he-IL" dirty="0"/>
              <a:t>כפתור לסיום הזמנה – בעת לחיצה עליו תוצג הודעת הזהרה "אין החלפות והחזרות כלל!" לחיצה על אישור בהודעת ההזהרה תעדכן את כמות השוברים, ואת המלאי של המוצרים שהוזמנו, וישלח מייל לצוות ניהול על ביצוע הזמנה התלמידה תקבל מספר הזמנה לצורך אימות ההזמנה – זמני בשלב עתידי יותר יהיה ממשק ניהול ולשם ישלחו הזמנות שצריכות טיפול, בנוסף בשלב עתידני תודפס קבלה עבור התלמידה</a:t>
            </a:r>
          </a:p>
          <a:p>
            <a:r>
              <a:rPr lang="he-IL" dirty="0"/>
              <a:t>כפתור לחזרה לעמוד הקיוסק </a:t>
            </a:r>
          </a:p>
          <a:p>
            <a:endParaRPr lang="he-IL" dirty="0"/>
          </a:p>
        </p:txBody>
      </p:sp>
    </p:spTree>
    <p:extLst>
      <p:ext uri="{BB962C8B-B14F-4D97-AF65-F5344CB8AC3E}">
        <p14:creationId xmlns:p14="http://schemas.microsoft.com/office/powerpoint/2010/main" val="3372685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מלבן 5">
            <a:extLst>
              <a:ext uri="{FF2B5EF4-FFF2-40B4-BE49-F238E27FC236}">
                <a16:creationId xmlns:a16="http://schemas.microsoft.com/office/drawing/2014/main" id="{0558B633-D71C-4C7C-291F-FED7F61B21B1}"/>
              </a:ext>
            </a:extLst>
          </p:cNvPr>
          <p:cNvSpPr/>
          <p:nvPr/>
        </p:nvSpPr>
        <p:spPr>
          <a:xfrm>
            <a:off x="5438087" y="461913"/>
            <a:ext cx="1857080" cy="300242"/>
          </a:xfrm>
          <a:prstGeom prst="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מלבן 6">
            <a:extLst>
              <a:ext uri="{FF2B5EF4-FFF2-40B4-BE49-F238E27FC236}">
                <a16:creationId xmlns:a16="http://schemas.microsoft.com/office/drawing/2014/main" id="{D07F6B8E-6076-A314-CC4A-971653C0E912}"/>
              </a:ext>
            </a:extLst>
          </p:cNvPr>
          <p:cNvSpPr/>
          <p:nvPr/>
        </p:nvSpPr>
        <p:spPr>
          <a:xfrm>
            <a:off x="5498574" y="436098"/>
            <a:ext cx="1675459" cy="338554"/>
          </a:xfrm>
          <a:prstGeom prst="rect">
            <a:avLst/>
          </a:prstGeom>
          <a:noFill/>
        </p:spPr>
        <p:txBody>
          <a:bodyPr wrap="none" lIns="91440" tIns="45720" rIns="91440" bIns="45720">
            <a:spAutoFit/>
          </a:bodyPr>
          <a:lstStyle/>
          <a:p>
            <a:pPr algn="ctr"/>
            <a:r>
              <a:rPr lang="he-IL" sz="1600" b="0" cap="none" spc="0" dirty="0">
                <a:ln w="0"/>
                <a:solidFill>
                  <a:schemeClr val="tx1"/>
                </a:solidFill>
                <a:effectLst>
                  <a:outerShdw blurRad="38100" dist="19050" dir="2700000" algn="tl" rotWithShape="0">
                    <a:schemeClr val="dk1">
                      <a:alpha val="40000"/>
                    </a:schemeClr>
                  </a:outerShdw>
                </a:effectLst>
              </a:rPr>
              <a:t>התחברות למערכת</a:t>
            </a:r>
          </a:p>
        </p:txBody>
      </p:sp>
      <p:cxnSp>
        <p:nvCxnSpPr>
          <p:cNvPr id="9" name="מחבר חץ ישר 8">
            <a:extLst>
              <a:ext uri="{FF2B5EF4-FFF2-40B4-BE49-F238E27FC236}">
                <a16:creationId xmlns:a16="http://schemas.microsoft.com/office/drawing/2014/main" id="{5995E033-F89A-204F-A7AA-8DB60147C26F}"/>
              </a:ext>
            </a:extLst>
          </p:cNvPr>
          <p:cNvCxnSpPr>
            <a:cxnSpLocks/>
            <a:stCxn id="7" idx="2"/>
            <a:endCxn id="24" idx="0"/>
          </p:cNvCxnSpPr>
          <p:nvPr/>
        </p:nvCxnSpPr>
        <p:spPr>
          <a:xfrm flipH="1">
            <a:off x="4431288" y="774652"/>
            <a:ext cx="1905016" cy="285169"/>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מחבר חץ ישר 9">
            <a:extLst>
              <a:ext uri="{FF2B5EF4-FFF2-40B4-BE49-F238E27FC236}">
                <a16:creationId xmlns:a16="http://schemas.microsoft.com/office/drawing/2014/main" id="{718119C5-4C65-EC7C-08C3-E3E47EC01517}"/>
              </a:ext>
            </a:extLst>
          </p:cNvPr>
          <p:cNvCxnSpPr>
            <a:cxnSpLocks/>
            <a:stCxn id="7" idx="2"/>
            <a:endCxn id="20" idx="0"/>
          </p:cNvCxnSpPr>
          <p:nvPr/>
        </p:nvCxnSpPr>
        <p:spPr>
          <a:xfrm>
            <a:off x="6336304" y="774652"/>
            <a:ext cx="702183" cy="368354"/>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מחבר חץ ישר 14">
            <a:extLst>
              <a:ext uri="{FF2B5EF4-FFF2-40B4-BE49-F238E27FC236}">
                <a16:creationId xmlns:a16="http://schemas.microsoft.com/office/drawing/2014/main" id="{C528C623-9414-B3E0-B94D-2568DD3562B6}"/>
              </a:ext>
            </a:extLst>
          </p:cNvPr>
          <p:cNvCxnSpPr>
            <a:cxnSpLocks/>
            <a:stCxn id="18" idx="0"/>
          </p:cNvCxnSpPr>
          <p:nvPr/>
        </p:nvCxnSpPr>
        <p:spPr>
          <a:xfrm flipH="1" flipV="1">
            <a:off x="6482849" y="785814"/>
            <a:ext cx="3735412" cy="413542"/>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מלבן 17">
            <a:extLst>
              <a:ext uri="{FF2B5EF4-FFF2-40B4-BE49-F238E27FC236}">
                <a16:creationId xmlns:a16="http://schemas.microsoft.com/office/drawing/2014/main" id="{01028E91-B88C-A4D8-E753-80C3864A2F34}"/>
              </a:ext>
            </a:extLst>
          </p:cNvPr>
          <p:cNvSpPr/>
          <p:nvPr/>
        </p:nvSpPr>
        <p:spPr>
          <a:xfrm>
            <a:off x="9449191" y="1199356"/>
            <a:ext cx="1538140" cy="471341"/>
          </a:xfrm>
          <a:prstGeom prst="rect">
            <a:avLst/>
          </a:prstGeom>
          <a:solidFill>
            <a:schemeClr val="accent6">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9" name="מלבן 18">
            <a:extLst>
              <a:ext uri="{FF2B5EF4-FFF2-40B4-BE49-F238E27FC236}">
                <a16:creationId xmlns:a16="http://schemas.microsoft.com/office/drawing/2014/main" id="{CB609F32-2C63-B79C-7827-E9CAC95A52B9}"/>
              </a:ext>
            </a:extLst>
          </p:cNvPr>
          <p:cNvSpPr/>
          <p:nvPr/>
        </p:nvSpPr>
        <p:spPr>
          <a:xfrm>
            <a:off x="3616355" y="1118597"/>
            <a:ext cx="1538140" cy="471341"/>
          </a:xfrm>
          <a:prstGeom prst="rect">
            <a:avLst/>
          </a:prstGeom>
          <a:solidFill>
            <a:schemeClr val="accent4">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0" name="מלבן 19">
            <a:extLst>
              <a:ext uri="{FF2B5EF4-FFF2-40B4-BE49-F238E27FC236}">
                <a16:creationId xmlns:a16="http://schemas.microsoft.com/office/drawing/2014/main" id="{FFDEDADF-CFAE-2F60-E273-BA7D8D14F29B}"/>
              </a:ext>
            </a:extLst>
          </p:cNvPr>
          <p:cNvSpPr/>
          <p:nvPr/>
        </p:nvSpPr>
        <p:spPr>
          <a:xfrm>
            <a:off x="6269417" y="1143006"/>
            <a:ext cx="1538140" cy="471341"/>
          </a:xfrm>
          <a:prstGeom prst="rect">
            <a:avLst/>
          </a:prstGeom>
          <a:solidFill>
            <a:schemeClr val="accent2">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2" name="מלבן 21">
            <a:extLst>
              <a:ext uri="{FF2B5EF4-FFF2-40B4-BE49-F238E27FC236}">
                <a16:creationId xmlns:a16="http://schemas.microsoft.com/office/drawing/2014/main" id="{DAF9FF1D-25C8-DF99-2D58-405CE4B56072}"/>
              </a:ext>
            </a:extLst>
          </p:cNvPr>
          <p:cNvSpPr/>
          <p:nvPr/>
        </p:nvSpPr>
        <p:spPr>
          <a:xfrm>
            <a:off x="9794909" y="1229789"/>
            <a:ext cx="846707" cy="338554"/>
          </a:xfrm>
          <a:prstGeom prst="rect">
            <a:avLst/>
          </a:prstGeom>
          <a:noFill/>
        </p:spPr>
        <p:txBody>
          <a:bodyPr wrap="none" lIns="91440" tIns="45720" rIns="91440" bIns="45720">
            <a:spAutoFit/>
          </a:bodyPr>
          <a:lstStyle/>
          <a:p>
            <a:pPr algn="ctr"/>
            <a:r>
              <a:rPr lang="he-IL" sz="1600" b="0" cap="none" spc="0" dirty="0">
                <a:ln w="0"/>
                <a:solidFill>
                  <a:schemeClr val="tx1"/>
                </a:solidFill>
                <a:effectLst>
                  <a:outerShdw blurRad="38100" dist="19050" dir="2700000" algn="tl" rotWithShape="0">
                    <a:schemeClr val="dk1">
                      <a:alpha val="40000"/>
                    </a:schemeClr>
                  </a:outerShdw>
                </a:effectLst>
              </a:rPr>
              <a:t>צד מורה</a:t>
            </a:r>
          </a:p>
        </p:txBody>
      </p:sp>
      <p:sp>
        <p:nvSpPr>
          <p:cNvPr id="23" name="מלבן 22">
            <a:extLst>
              <a:ext uri="{FF2B5EF4-FFF2-40B4-BE49-F238E27FC236}">
                <a16:creationId xmlns:a16="http://schemas.microsoft.com/office/drawing/2014/main" id="{384F41DF-960A-2766-B7D5-3E330E0D0736}"/>
              </a:ext>
            </a:extLst>
          </p:cNvPr>
          <p:cNvSpPr/>
          <p:nvPr/>
        </p:nvSpPr>
        <p:spPr>
          <a:xfrm>
            <a:off x="6563970" y="1188963"/>
            <a:ext cx="1072730" cy="338554"/>
          </a:xfrm>
          <a:prstGeom prst="rect">
            <a:avLst/>
          </a:prstGeom>
          <a:noFill/>
        </p:spPr>
        <p:txBody>
          <a:bodyPr wrap="none" lIns="91440" tIns="45720" rIns="91440" bIns="45720">
            <a:spAutoFit/>
          </a:bodyPr>
          <a:lstStyle/>
          <a:p>
            <a:pPr algn="ctr"/>
            <a:r>
              <a:rPr lang="he-IL" sz="1600" b="0" cap="none" spc="0" dirty="0">
                <a:ln w="0"/>
                <a:solidFill>
                  <a:schemeClr val="tx1"/>
                </a:solidFill>
                <a:effectLst>
                  <a:outerShdw blurRad="38100" dist="19050" dir="2700000" algn="tl" rotWithShape="0">
                    <a:schemeClr val="dk1">
                      <a:alpha val="40000"/>
                    </a:schemeClr>
                  </a:outerShdw>
                </a:effectLst>
              </a:rPr>
              <a:t>צד תלמידה</a:t>
            </a:r>
          </a:p>
        </p:txBody>
      </p:sp>
      <p:sp>
        <p:nvSpPr>
          <p:cNvPr id="24" name="מלבן 23">
            <a:extLst>
              <a:ext uri="{FF2B5EF4-FFF2-40B4-BE49-F238E27FC236}">
                <a16:creationId xmlns:a16="http://schemas.microsoft.com/office/drawing/2014/main" id="{06D7706E-4422-2808-A1E8-22C828A08854}"/>
              </a:ext>
            </a:extLst>
          </p:cNvPr>
          <p:cNvSpPr/>
          <p:nvPr/>
        </p:nvSpPr>
        <p:spPr>
          <a:xfrm>
            <a:off x="3662218" y="1059821"/>
            <a:ext cx="1538140" cy="584775"/>
          </a:xfrm>
          <a:prstGeom prst="rect">
            <a:avLst/>
          </a:prstGeom>
          <a:noFill/>
        </p:spPr>
        <p:txBody>
          <a:bodyPr wrap="square" lIns="91440" tIns="45720" rIns="91440" bIns="45720">
            <a:spAutoFit/>
          </a:bodyPr>
          <a:lstStyle/>
          <a:p>
            <a:pPr algn="ctr"/>
            <a:r>
              <a:rPr lang="he-IL" sz="1600" b="0" cap="none" spc="0" dirty="0">
                <a:ln w="0"/>
                <a:solidFill>
                  <a:schemeClr val="tx1"/>
                </a:solidFill>
                <a:effectLst>
                  <a:outerShdw blurRad="38100" dist="19050" dir="2700000" algn="tl" rotWithShape="0">
                    <a:schemeClr val="dk1">
                      <a:alpha val="40000"/>
                    </a:schemeClr>
                  </a:outerShdw>
                </a:effectLst>
              </a:rPr>
              <a:t>צד ניהולי + טיפולי - עתידני</a:t>
            </a:r>
          </a:p>
        </p:txBody>
      </p:sp>
      <p:sp>
        <p:nvSpPr>
          <p:cNvPr id="35" name="מלבן 34">
            <a:extLst>
              <a:ext uri="{FF2B5EF4-FFF2-40B4-BE49-F238E27FC236}">
                <a16:creationId xmlns:a16="http://schemas.microsoft.com/office/drawing/2014/main" id="{A62736AC-E924-3B93-5CAB-4DAB1001EA39}"/>
              </a:ext>
            </a:extLst>
          </p:cNvPr>
          <p:cNvSpPr/>
          <p:nvPr/>
        </p:nvSpPr>
        <p:spPr>
          <a:xfrm>
            <a:off x="6095999" y="1851928"/>
            <a:ext cx="1885585" cy="471341"/>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sp>
        <p:nvSpPr>
          <p:cNvPr id="36" name="מלבן 35">
            <a:extLst>
              <a:ext uri="{FF2B5EF4-FFF2-40B4-BE49-F238E27FC236}">
                <a16:creationId xmlns:a16="http://schemas.microsoft.com/office/drawing/2014/main" id="{F7FFBCAD-B22C-0FD0-7802-41318B3BBF19}"/>
              </a:ext>
            </a:extLst>
          </p:cNvPr>
          <p:cNvSpPr/>
          <p:nvPr/>
        </p:nvSpPr>
        <p:spPr>
          <a:xfrm>
            <a:off x="6448294" y="1895596"/>
            <a:ext cx="1225482" cy="338554"/>
          </a:xfrm>
          <a:prstGeom prst="rect">
            <a:avLst/>
          </a:prstGeom>
          <a:noFill/>
        </p:spPr>
        <p:txBody>
          <a:bodyPr wrap="square" lIns="91440" tIns="45720" rIns="91440" bIns="45720">
            <a:spAutoFit/>
          </a:bodyPr>
          <a:lstStyle/>
          <a:p>
            <a:pPr algn="ctr"/>
            <a:r>
              <a:rPr lang="he-IL" sz="1600" b="0" cap="none" spc="0" dirty="0">
                <a:ln w="0"/>
                <a:solidFill>
                  <a:schemeClr val="tx1"/>
                </a:solidFill>
                <a:effectLst>
                  <a:outerShdw blurRad="38100" dist="19050" dir="2700000" algn="tl" rotWithShape="0">
                    <a:schemeClr val="dk1">
                      <a:alpha val="40000"/>
                    </a:schemeClr>
                  </a:outerShdw>
                </a:effectLst>
              </a:rPr>
              <a:t>פרופיל אישי</a:t>
            </a:r>
          </a:p>
        </p:txBody>
      </p:sp>
      <p:sp>
        <p:nvSpPr>
          <p:cNvPr id="37" name="מלבן 36">
            <a:extLst>
              <a:ext uri="{FF2B5EF4-FFF2-40B4-BE49-F238E27FC236}">
                <a16:creationId xmlns:a16="http://schemas.microsoft.com/office/drawing/2014/main" id="{4106288C-DEE5-68D3-2B94-94150E761F21}"/>
              </a:ext>
            </a:extLst>
          </p:cNvPr>
          <p:cNvSpPr/>
          <p:nvPr/>
        </p:nvSpPr>
        <p:spPr>
          <a:xfrm>
            <a:off x="7327887" y="2462365"/>
            <a:ext cx="785935" cy="1202029"/>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9" name="מלבן 38">
            <a:extLst>
              <a:ext uri="{FF2B5EF4-FFF2-40B4-BE49-F238E27FC236}">
                <a16:creationId xmlns:a16="http://schemas.microsoft.com/office/drawing/2014/main" id="{50C5613F-6668-14F8-6E5C-99CD9540CBC1}"/>
              </a:ext>
            </a:extLst>
          </p:cNvPr>
          <p:cNvSpPr/>
          <p:nvPr/>
        </p:nvSpPr>
        <p:spPr>
          <a:xfrm>
            <a:off x="7221712" y="2416876"/>
            <a:ext cx="1027523" cy="338554"/>
          </a:xfrm>
          <a:prstGeom prst="rect">
            <a:avLst/>
          </a:prstGeom>
          <a:noFill/>
        </p:spPr>
        <p:txBody>
          <a:bodyPr wrap="square" lIns="91440" tIns="45720" rIns="91440" bIns="45720">
            <a:spAutoFit/>
          </a:bodyPr>
          <a:lstStyle/>
          <a:p>
            <a:pPr algn="ctr"/>
            <a:r>
              <a:rPr lang="he-IL" sz="1600" b="0" cap="none" spc="0" dirty="0">
                <a:ln w="0"/>
                <a:solidFill>
                  <a:schemeClr val="tx1"/>
                </a:solidFill>
                <a:effectLst>
                  <a:outerShdw blurRad="38100" dist="19050" dir="2700000" algn="tl" rotWithShape="0">
                    <a:schemeClr val="dk1">
                      <a:alpha val="40000"/>
                    </a:schemeClr>
                  </a:outerShdw>
                </a:effectLst>
              </a:rPr>
              <a:t>הקיוסק</a:t>
            </a:r>
          </a:p>
        </p:txBody>
      </p:sp>
      <p:sp>
        <p:nvSpPr>
          <p:cNvPr id="40" name="מלבן 39">
            <a:extLst>
              <a:ext uri="{FF2B5EF4-FFF2-40B4-BE49-F238E27FC236}">
                <a16:creationId xmlns:a16="http://schemas.microsoft.com/office/drawing/2014/main" id="{8BBB2050-855A-D1CA-559C-18E2E2986122}"/>
              </a:ext>
            </a:extLst>
          </p:cNvPr>
          <p:cNvSpPr/>
          <p:nvPr/>
        </p:nvSpPr>
        <p:spPr>
          <a:xfrm>
            <a:off x="7068526" y="3972950"/>
            <a:ext cx="1027523" cy="1206631"/>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sp>
        <p:nvSpPr>
          <p:cNvPr id="41" name="מלבן 40">
            <a:extLst>
              <a:ext uri="{FF2B5EF4-FFF2-40B4-BE49-F238E27FC236}">
                <a16:creationId xmlns:a16="http://schemas.microsoft.com/office/drawing/2014/main" id="{25CD0EA2-8D5F-1BE7-B6FD-D613C8EBFAA1}"/>
              </a:ext>
            </a:extLst>
          </p:cNvPr>
          <p:cNvSpPr/>
          <p:nvPr/>
        </p:nvSpPr>
        <p:spPr>
          <a:xfrm>
            <a:off x="7059098" y="4327265"/>
            <a:ext cx="1027523" cy="338554"/>
          </a:xfrm>
          <a:prstGeom prst="rect">
            <a:avLst/>
          </a:prstGeom>
          <a:noFill/>
        </p:spPr>
        <p:txBody>
          <a:bodyPr wrap="square" lIns="91440" tIns="45720" rIns="91440" bIns="45720">
            <a:spAutoFit/>
          </a:bodyPr>
          <a:lstStyle/>
          <a:p>
            <a:pPr algn="ctr"/>
            <a:r>
              <a:rPr lang="he-IL" sz="1600" b="0" cap="none" spc="0" dirty="0">
                <a:ln w="0"/>
                <a:solidFill>
                  <a:schemeClr val="tx1"/>
                </a:solidFill>
                <a:effectLst>
                  <a:outerShdw blurRad="38100" dist="19050" dir="2700000" algn="tl" rotWithShape="0">
                    <a:schemeClr val="dk1">
                      <a:alpha val="40000"/>
                    </a:schemeClr>
                  </a:outerShdw>
                </a:effectLst>
              </a:rPr>
              <a:t>סל קניות</a:t>
            </a:r>
          </a:p>
        </p:txBody>
      </p:sp>
      <p:cxnSp>
        <p:nvCxnSpPr>
          <p:cNvPr id="42" name="מחבר חץ ישר 41">
            <a:extLst>
              <a:ext uri="{FF2B5EF4-FFF2-40B4-BE49-F238E27FC236}">
                <a16:creationId xmlns:a16="http://schemas.microsoft.com/office/drawing/2014/main" id="{94E94A2A-CCB7-4643-9C23-EB17D12BE3BB}"/>
              </a:ext>
            </a:extLst>
          </p:cNvPr>
          <p:cNvCxnSpPr>
            <a:cxnSpLocks/>
            <a:stCxn id="20" idx="2"/>
            <a:endCxn id="35" idx="0"/>
          </p:cNvCxnSpPr>
          <p:nvPr/>
        </p:nvCxnSpPr>
        <p:spPr>
          <a:xfrm>
            <a:off x="7038487" y="1614347"/>
            <a:ext cx="305" cy="237581"/>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מחבר חץ ישר 43">
            <a:extLst>
              <a:ext uri="{FF2B5EF4-FFF2-40B4-BE49-F238E27FC236}">
                <a16:creationId xmlns:a16="http://schemas.microsoft.com/office/drawing/2014/main" id="{1EDC9C5F-C2EC-51E3-6CE0-A14A74056AA7}"/>
              </a:ext>
            </a:extLst>
          </p:cNvPr>
          <p:cNvCxnSpPr>
            <a:cxnSpLocks/>
            <a:stCxn id="37" idx="2"/>
            <a:endCxn id="40" idx="0"/>
          </p:cNvCxnSpPr>
          <p:nvPr/>
        </p:nvCxnSpPr>
        <p:spPr>
          <a:xfrm flipH="1">
            <a:off x="7582288" y="3664394"/>
            <a:ext cx="138567" cy="308556"/>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 name="מלבן 44">
            <a:extLst>
              <a:ext uri="{FF2B5EF4-FFF2-40B4-BE49-F238E27FC236}">
                <a16:creationId xmlns:a16="http://schemas.microsoft.com/office/drawing/2014/main" id="{856928BC-A507-9EC2-5BFF-32A277B8590C}"/>
              </a:ext>
            </a:extLst>
          </p:cNvPr>
          <p:cNvSpPr/>
          <p:nvPr/>
        </p:nvSpPr>
        <p:spPr>
          <a:xfrm>
            <a:off x="7329157" y="5446510"/>
            <a:ext cx="548326" cy="750979"/>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sp>
        <p:nvSpPr>
          <p:cNvPr id="46" name="מלבן 45">
            <a:extLst>
              <a:ext uri="{FF2B5EF4-FFF2-40B4-BE49-F238E27FC236}">
                <a16:creationId xmlns:a16="http://schemas.microsoft.com/office/drawing/2014/main" id="{1C099335-6198-7211-2079-D5BD049955D7}"/>
              </a:ext>
            </a:extLst>
          </p:cNvPr>
          <p:cNvSpPr/>
          <p:nvPr/>
        </p:nvSpPr>
        <p:spPr>
          <a:xfrm>
            <a:off x="7089559" y="5529613"/>
            <a:ext cx="1027523" cy="584775"/>
          </a:xfrm>
          <a:prstGeom prst="rect">
            <a:avLst/>
          </a:prstGeom>
          <a:noFill/>
        </p:spPr>
        <p:txBody>
          <a:bodyPr wrap="square" lIns="91440" tIns="45720" rIns="91440" bIns="45720">
            <a:spAutoFit/>
          </a:bodyPr>
          <a:lstStyle/>
          <a:p>
            <a:pPr algn="ctr"/>
            <a:r>
              <a:rPr lang="he-IL" sz="1600" dirty="0">
                <a:ln w="0"/>
                <a:effectLst>
                  <a:outerShdw blurRad="38100" dist="19050" dir="2700000" algn="tl" rotWithShape="0">
                    <a:schemeClr val="dk1">
                      <a:alpha val="40000"/>
                    </a:schemeClr>
                  </a:outerShdw>
                </a:effectLst>
              </a:rPr>
              <a:t>אישור קניה</a:t>
            </a:r>
            <a:endParaRPr lang="he-IL" sz="1600" b="0" cap="none" spc="0" dirty="0">
              <a:ln w="0"/>
              <a:solidFill>
                <a:schemeClr val="tx1"/>
              </a:solidFill>
              <a:effectLst>
                <a:outerShdw blurRad="38100" dist="19050" dir="2700000" algn="tl" rotWithShape="0">
                  <a:schemeClr val="dk1">
                    <a:alpha val="40000"/>
                  </a:schemeClr>
                </a:outerShdw>
              </a:effectLst>
            </a:endParaRPr>
          </a:p>
        </p:txBody>
      </p:sp>
      <p:cxnSp>
        <p:nvCxnSpPr>
          <p:cNvPr id="47" name="מחבר חץ ישר 46">
            <a:extLst>
              <a:ext uri="{FF2B5EF4-FFF2-40B4-BE49-F238E27FC236}">
                <a16:creationId xmlns:a16="http://schemas.microsoft.com/office/drawing/2014/main" id="{8E858565-EF14-35EC-210A-0D7AB1B7CBB1}"/>
              </a:ext>
            </a:extLst>
          </p:cNvPr>
          <p:cNvCxnSpPr>
            <a:cxnSpLocks/>
            <a:stCxn id="40" idx="2"/>
          </p:cNvCxnSpPr>
          <p:nvPr/>
        </p:nvCxnSpPr>
        <p:spPr>
          <a:xfrm flipH="1">
            <a:off x="7572859" y="5179581"/>
            <a:ext cx="9429" cy="271069"/>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8" name="מלבן 87">
            <a:extLst>
              <a:ext uri="{FF2B5EF4-FFF2-40B4-BE49-F238E27FC236}">
                <a16:creationId xmlns:a16="http://schemas.microsoft.com/office/drawing/2014/main" id="{5769C063-C4C1-D71E-A18D-7E73CBCD43FF}"/>
              </a:ext>
            </a:extLst>
          </p:cNvPr>
          <p:cNvSpPr/>
          <p:nvPr/>
        </p:nvSpPr>
        <p:spPr>
          <a:xfrm>
            <a:off x="3930978" y="58646"/>
            <a:ext cx="4958498" cy="271291"/>
          </a:xfrm>
          <a:prstGeom prst="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9" name="מלבן 88">
            <a:extLst>
              <a:ext uri="{FF2B5EF4-FFF2-40B4-BE49-F238E27FC236}">
                <a16:creationId xmlns:a16="http://schemas.microsoft.com/office/drawing/2014/main" id="{DB259ED9-A1C1-781B-A951-7F5C79A56E4D}"/>
              </a:ext>
            </a:extLst>
          </p:cNvPr>
          <p:cNvSpPr/>
          <p:nvPr/>
        </p:nvSpPr>
        <p:spPr>
          <a:xfrm>
            <a:off x="6017254" y="20334"/>
            <a:ext cx="880370" cy="338554"/>
          </a:xfrm>
          <a:prstGeom prst="rect">
            <a:avLst/>
          </a:prstGeom>
          <a:noFill/>
        </p:spPr>
        <p:txBody>
          <a:bodyPr wrap="none" lIns="91440" tIns="45720" rIns="91440" bIns="45720">
            <a:spAutoFit/>
          </a:bodyPr>
          <a:lstStyle/>
          <a:p>
            <a:pPr algn="ctr"/>
            <a:r>
              <a:rPr lang="he-IL" sz="1600" b="0" cap="none" spc="0" dirty="0">
                <a:ln w="0"/>
                <a:solidFill>
                  <a:schemeClr val="tx1"/>
                </a:solidFill>
                <a:effectLst>
                  <a:outerShdw blurRad="38100" dist="19050" dir="2700000" algn="tl" rotWithShape="0">
                    <a:schemeClr val="dk1">
                      <a:alpha val="40000"/>
                    </a:schemeClr>
                  </a:outerShdw>
                </a:effectLst>
              </a:rPr>
              <a:t>דף הבית</a:t>
            </a:r>
          </a:p>
        </p:txBody>
      </p:sp>
      <p:cxnSp>
        <p:nvCxnSpPr>
          <p:cNvPr id="90" name="מחבר חץ ישר 89">
            <a:extLst>
              <a:ext uri="{FF2B5EF4-FFF2-40B4-BE49-F238E27FC236}">
                <a16:creationId xmlns:a16="http://schemas.microsoft.com/office/drawing/2014/main" id="{383BAE4E-031E-07F0-62D1-3869C0E83475}"/>
              </a:ext>
            </a:extLst>
          </p:cNvPr>
          <p:cNvCxnSpPr>
            <a:cxnSpLocks/>
          </p:cNvCxnSpPr>
          <p:nvPr/>
        </p:nvCxnSpPr>
        <p:spPr>
          <a:xfrm>
            <a:off x="6391371" y="292229"/>
            <a:ext cx="0" cy="200587"/>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מלבן 53">
            <a:extLst>
              <a:ext uri="{FF2B5EF4-FFF2-40B4-BE49-F238E27FC236}">
                <a16:creationId xmlns:a16="http://schemas.microsoft.com/office/drawing/2014/main" id="{71FAB7B9-C407-E68B-7FBE-2B8A85461D03}"/>
              </a:ext>
            </a:extLst>
          </p:cNvPr>
          <p:cNvSpPr/>
          <p:nvPr/>
        </p:nvSpPr>
        <p:spPr>
          <a:xfrm>
            <a:off x="911342" y="1133161"/>
            <a:ext cx="1538140" cy="471341"/>
          </a:xfrm>
          <a:prstGeom prst="rect">
            <a:avLst/>
          </a:prstGeom>
          <a:solidFill>
            <a:srgbClr val="FF33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solidFill>
                <a:schemeClr val="accent5">
                  <a:lumMod val="75000"/>
                </a:schemeClr>
              </a:solidFill>
            </a:endParaRPr>
          </a:p>
        </p:txBody>
      </p:sp>
      <p:cxnSp>
        <p:nvCxnSpPr>
          <p:cNvPr id="64" name="מחבר חץ ישר 63">
            <a:extLst>
              <a:ext uri="{FF2B5EF4-FFF2-40B4-BE49-F238E27FC236}">
                <a16:creationId xmlns:a16="http://schemas.microsoft.com/office/drawing/2014/main" id="{DB6C38F9-7541-20E0-BF5D-8023F06801FE}"/>
              </a:ext>
            </a:extLst>
          </p:cNvPr>
          <p:cNvCxnSpPr>
            <a:cxnSpLocks/>
            <a:stCxn id="7" idx="2"/>
            <a:endCxn id="54" idx="0"/>
          </p:cNvCxnSpPr>
          <p:nvPr/>
        </p:nvCxnSpPr>
        <p:spPr>
          <a:xfrm flipH="1">
            <a:off x="1680412" y="774652"/>
            <a:ext cx="4655892" cy="358509"/>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7" name="מלבן 66">
            <a:extLst>
              <a:ext uri="{FF2B5EF4-FFF2-40B4-BE49-F238E27FC236}">
                <a16:creationId xmlns:a16="http://schemas.microsoft.com/office/drawing/2014/main" id="{B4010691-A6F9-71BC-D16F-28A71F11F7C1}"/>
              </a:ext>
            </a:extLst>
          </p:cNvPr>
          <p:cNvSpPr/>
          <p:nvPr/>
        </p:nvSpPr>
        <p:spPr>
          <a:xfrm>
            <a:off x="826158" y="1077637"/>
            <a:ext cx="1648250" cy="584775"/>
          </a:xfrm>
          <a:prstGeom prst="rect">
            <a:avLst/>
          </a:prstGeom>
          <a:noFill/>
        </p:spPr>
        <p:txBody>
          <a:bodyPr wrap="square" lIns="91440" tIns="45720" rIns="91440" bIns="45720">
            <a:spAutoFit/>
          </a:bodyPr>
          <a:lstStyle/>
          <a:p>
            <a:pPr algn="ctr"/>
            <a:r>
              <a:rPr lang="he-IL" sz="1600" b="0" cap="none" spc="0" dirty="0">
                <a:ln w="0"/>
                <a:solidFill>
                  <a:schemeClr val="tx1"/>
                </a:solidFill>
                <a:effectLst>
                  <a:outerShdw blurRad="38100" dist="19050" dir="2700000" algn="tl" rotWithShape="0">
                    <a:schemeClr val="dk1">
                      <a:alpha val="40000"/>
                    </a:schemeClr>
                  </a:outerShdw>
                </a:effectLst>
              </a:rPr>
              <a:t>צד מנהלת אתר - עתידני</a:t>
            </a:r>
          </a:p>
        </p:txBody>
      </p:sp>
      <p:sp>
        <p:nvSpPr>
          <p:cNvPr id="74" name="מלבן 73">
            <a:extLst>
              <a:ext uri="{FF2B5EF4-FFF2-40B4-BE49-F238E27FC236}">
                <a16:creationId xmlns:a16="http://schemas.microsoft.com/office/drawing/2014/main" id="{7A62F856-A1B5-8A8C-4FA9-B2FFC35CEB51}"/>
              </a:ext>
            </a:extLst>
          </p:cNvPr>
          <p:cNvSpPr/>
          <p:nvPr/>
        </p:nvSpPr>
        <p:spPr>
          <a:xfrm>
            <a:off x="11213183" y="1762629"/>
            <a:ext cx="959963" cy="1230986"/>
          </a:xfrm>
          <a:prstGeom prst="rect">
            <a:avLst/>
          </a:prstGeom>
          <a:solidFill>
            <a:schemeClr val="accent6">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1" name="מלבן 80">
            <a:extLst>
              <a:ext uri="{FF2B5EF4-FFF2-40B4-BE49-F238E27FC236}">
                <a16:creationId xmlns:a16="http://schemas.microsoft.com/office/drawing/2014/main" id="{9D020847-F22A-7C83-D99D-E00F8E65D953}"/>
              </a:ext>
            </a:extLst>
          </p:cNvPr>
          <p:cNvSpPr/>
          <p:nvPr/>
        </p:nvSpPr>
        <p:spPr>
          <a:xfrm>
            <a:off x="8171173" y="1762628"/>
            <a:ext cx="959963" cy="1230986"/>
          </a:xfrm>
          <a:prstGeom prst="rect">
            <a:avLst/>
          </a:prstGeom>
          <a:solidFill>
            <a:schemeClr val="accent6">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2" name="מלבן 81">
            <a:extLst>
              <a:ext uri="{FF2B5EF4-FFF2-40B4-BE49-F238E27FC236}">
                <a16:creationId xmlns:a16="http://schemas.microsoft.com/office/drawing/2014/main" id="{7F2D718C-30A7-B720-7FC3-20BF188F5184}"/>
              </a:ext>
            </a:extLst>
          </p:cNvPr>
          <p:cNvSpPr/>
          <p:nvPr/>
        </p:nvSpPr>
        <p:spPr>
          <a:xfrm>
            <a:off x="9185176" y="1762628"/>
            <a:ext cx="959963" cy="1230986"/>
          </a:xfrm>
          <a:prstGeom prst="rect">
            <a:avLst/>
          </a:prstGeom>
          <a:solidFill>
            <a:schemeClr val="accent6">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6" name="מלבן 85">
            <a:extLst>
              <a:ext uri="{FF2B5EF4-FFF2-40B4-BE49-F238E27FC236}">
                <a16:creationId xmlns:a16="http://schemas.microsoft.com/office/drawing/2014/main" id="{ACE0EE23-6F56-AC71-D75A-321503032635}"/>
              </a:ext>
            </a:extLst>
          </p:cNvPr>
          <p:cNvSpPr/>
          <p:nvPr/>
        </p:nvSpPr>
        <p:spPr>
          <a:xfrm>
            <a:off x="9325043" y="1741468"/>
            <a:ext cx="657552" cy="338554"/>
          </a:xfrm>
          <a:prstGeom prst="rect">
            <a:avLst/>
          </a:prstGeom>
          <a:noFill/>
        </p:spPr>
        <p:txBody>
          <a:bodyPr wrap="none" lIns="91440" tIns="45720" rIns="91440" bIns="45720">
            <a:spAutoFit/>
          </a:bodyPr>
          <a:lstStyle/>
          <a:p>
            <a:pPr algn="ctr"/>
            <a:r>
              <a:rPr lang="he-IL" sz="1600" b="0" cap="none" spc="0" dirty="0">
                <a:ln w="0"/>
                <a:solidFill>
                  <a:schemeClr val="tx1"/>
                </a:solidFill>
                <a:effectLst>
                  <a:outerShdw blurRad="38100" dist="19050" dir="2700000" algn="tl" rotWithShape="0">
                    <a:schemeClr val="dk1">
                      <a:alpha val="40000"/>
                    </a:schemeClr>
                  </a:outerShdw>
                </a:effectLst>
              </a:rPr>
              <a:t>גרפים</a:t>
            </a:r>
          </a:p>
        </p:txBody>
      </p:sp>
      <p:sp>
        <p:nvSpPr>
          <p:cNvPr id="87" name="מלבן 86">
            <a:extLst>
              <a:ext uri="{FF2B5EF4-FFF2-40B4-BE49-F238E27FC236}">
                <a16:creationId xmlns:a16="http://schemas.microsoft.com/office/drawing/2014/main" id="{CA893484-4910-AEF2-A54E-3996029B6C2A}"/>
              </a:ext>
            </a:extLst>
          </p:cNvPr>
          <p:cNvSpPr/>
          <p:nvPr/>
        </p:nvSpPr>
        <p:spPr>
          <a:xfrm>
            <a:off x="8275935" y="1741468"/>
            <a:ext cx="755335" cy="338554"/>
          </a:xfrm>
          <a:prstGeom prst="rect">
            <a:avLst/>
          </a:prstGeom>
          <a:noFill/>
        </p:spPr>
        <p:txBody>
          <a:bodyPr wrap="none" lIns="91440" tIns="45720" rIns="91440" bIns="45720">
            <a:spAutoFit/>
          </a:bodyPr>
          <a:lstStyle/>
          <a:p>
            <a:pPr algn="ctr"/>
            <a:r>
              <a:rPr lang="he-IL" sz="1600" b="0" cap="none" spc="0" dirty="0">
                <a:ln w="0"/>
                <a:solidFill>
                  <a:schemeClr val="tx1"/>
                </a:solidFill>
                <a:effectLst>
                  <a:outerShdw blurRad="38100" dist="19050" dir="2700000" algn="tl" rotWithShape="0">
                    <a:schemeClr val="dk1">
                      <a:alpha val="40000"/>
                    </a:schemeClr>
                  </a:outerShdw>
                </a:effectLst>
              </a:rPr>
              <a:t>הודעות</a:t>
            </a:r>
          </a:p>
        </p:txBody>
      </p:sp>
      <p:sp>
        <p:nvSpPr>
          <p:cNvPr id="92" name="מלבן 91">
            <a:extLst>
              <a:ext uri="{FF2B5EF4-FFF2-40B4-BE49-F238E27FC236}">
                <a16:creationId xmlns:a16="http://schemas.microsoft.com/office/drawing/2014/main" id="{A8406217-278F-6DE8-25E7-D9907F91C010}"/>
              </a:ext>
            </a:extLst>
          </p:cNvPr>
          <p:cNvSpPr/>
          <p:nvPr/>
        </p:nvSpPr>
        <p:spPr>
          <a:xfrm>
            <a:off x="11356489" y="1735948"/>
            <a:ext cx="688010" cy="338554"/>
          </a:xfrm>
          <a:prstGeom prst="rect">
            <a:avLst/>
          </a:prstGeom>
          <a:noFill/>
        </p:spPr>
        <p:txBody>
          <a:bodyPr wrap="none" lIns="91440" tIns="45720" rIns="91440" bIns="45720">
            <a:spAutoFit/>
          </a:bodyPr>
          <a:lstStyle/>
          <a:p>
            <a:pPr algn="ctr"/>
            <a:r>
              <a:rPr lang="he-IL" sz="1600" b="0" cap="none" spc="0" dirty="0">
                <a:ln w="0"/>
                <a:solidFill>
                  <a:schemeClr val="tx1"/>
                </a:solidFill>
                <a:effectLst>
                  <a:outerShdw blurRad="38100" dist="19050" dir="2700000" algn="tl" rotWithShape="0">
                    <a:schemeClr val="dk1">
                      <a:alpha val="40000"/>
                    </a:schemeClr>
                  </a:outerShdw>
                </a:effectLst>
              </a:rPr>
              <a:t>יומיומי</a:t>
            </a:r>
          </a:p>
        </p:txBody>
      </p:sp>
      <p:sp>
        <p:nvSpPr>
          <p:cNvPr id="93" name="מלבן 92">
            <a:extLst>
              <a:ext uri="{FF2B5EF4-FFF2-40B4-BE49-F238E27FC236}">
                <a16:creationId xmlns:a16="http://schemas.microsoft.com/office/drawing/2014/main" id="{9EF1AD84-AD2E-A835-39DB-1F222D7B9CF2}"/>
              </a:ext>
            </a:extLst>
          </p:cNvPr>
          <p:cNvSpPr/>
          <p:nvPr/>
        </p:nvSpPr>
        <p:spPr>
          <a:xfrm>
            <a:off x="11425288" y="3122422"/>
            <a:ext cx="619212" cy="988268"/>
          </a:xfrm>
          <a:prstGeom prst="rect">
            <a:avLst/>
          </a:prstGeom>
          <a:solidFill>
            <a:schemeClr val="accent6">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6" name="מלבן 95">
            <a:extLst>
              <a:ext uri="{FF2B5EF4-FFF2-40B4-BE49-F238E27FC236}">
                <a16:creationId xmlns:a16="http://schemas.microsoft.com/office/drawing/2014/main" id="{2F73900D-7F19-4E76-FB9E-60B926237249}"/>
              </a:ext>
            </a:extLst>
          </p:cNvPr>
          <p:cNvSpPr/>
          <p:nvPr/>
        </p:nvSpPr>
        <p:spPr>
          <a:xfrm>
            <a:off x="11304266" y="3083170"/>
            <a:ext cx="868880" cy="1061829"/>
          </a:xfrm>
          <a:prstGeom prst="rect">
            <a:avLst/>
          </a:prstGeom>
          <a:noFill/>
        </p:spPr>
        <p:txBody>
          <a:bodyPr wrap="square" lIns="91440" tIns="45720" rIns="91440" bIns="45720">
            <a:spAutoFit/>
          </a:bodyPr>
          <a:lstStyle/>
          <a:p>
            <a:pPr algn="ctr"/>
            <a:r>
              <a:rPr lang="he-IL" sz="1050" dirty="0">
                <a:ln w="0"/>
                <a:effectLst>
                  <a:outerShdw blurRad="38100" dist="19050" dir="2700000" algn="tl" rotWithShape="0">
                    <a:schemeClr val="dk1">
                      <a:alpha val="40000"/>
                    </a:schemeClr>
                  </a:outerShdw>
                </a:effectLst>
              </a:rPr>
              <a:t>הכנסת הצטיינות שבועית, שוברים, ותעודה שבועית</a:t>
            </a:r>
            <a:endParaRPr lang="he-IL" sz="1050" b="0" cap="none" spc="0" dirty="0">
              <a:ln w="0"/>
              <a:solidFill>
                <a:schemeClr val="tx1"/>
              </a:solidFill>
              <a:effectLst>
                <a:outerShdw blurRad="38100" dist="19050" dir="2700000" algn="tl" rotWithShape="0">
                  <a:schemeClr val="dk1">
                    <a:alpha val="40000"/>
                  </a:schemeClr>
                </a:outerShdw>
              </a:effectLst>
            </a:endParaRPr>
          </a:p>
        </p:txBody>
      </p:sp>
      <p:sp>
        <p:nvSpPr>
          <p:cNvPr id="97" name="מלבן 96">
            <a:extLst>
              <a:ext uri="{FF2B5EF4-FFF2-40B4-BE49-F238E27FC236}">
                <a16:creationId xmlns:a16="http://schemas.microsoft.com/office/drawing/2014/main" id="{ED16C434-4533-79BB-CA22-D77077868874}"/>
              </a:ext>
            </a:extLst>
          </p:cNvPr>
          <p:cNvSpPr/>
          <p:nvPr/>
        </p:nvSpPr>
        <p:spPr>
          <a:xfrm>
            <a:off x="8325974" y="3122422"/>
            <a:ext cx="619212" cy="988268"/>
          </a:xfrm>
          <a:prstGeom prst="rect">
            <a:avLst/>
          </a:prstGeom>
          <a:solidFill>
            <a:schemeClr val="accent6">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70" name="מלבן 169">
            <a:extLst>
              <a:ext uri="{FF2B5EF4-FFF2-40B4-BE49-F238E27FC236}">
                <a16:creationId xmlns:a16="http://schemas.microsoft.com/office/drawing/2014/main" id="{E6BFE94E-72E1-E437-9F31-C85DAA7FE23E}"/>
              </a:ext>
            </a:extLst>
          </p:cNvPr>
          <p:cNvSpPr/>
          <p:nvPr/>
        </p:nvSpPr>
        <p:spPr>
          <a:xfrm>
            <a:off x="5595729" y="2446827"/>
            <a:ext cx="785935" cy="1202029"/>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8" name="מלבן 97">
            <a:extLst>
              <a:ext uri="{FF2B5EF4-FFF2-40B4-BE49-F238E27FC236}">
                <a16:creationId xmlns:a16="http://schemas.microsoft.com/office/drawing/2014/main" id="{F5EAE230-1337-3A2B-2744-326925416166}"/>
              </a:ext>
            </a:extLst>
          </p:cNvPr>
          <p:cNvSpPr/>
          <p:nvPr/>
        </p:nvSpPr>
        <p:spPr>
          <a:xfrm>
            <a:off x="8223874" y="3087313"/>
            <a:ext cx="868880" cy="577081"/>
          </a:xfrm>
          <a:prstGeom prst="rect">
            <a:avLst/>
          </a:prstGeom>
          <a:noFill/>
        </p:spPr>
        <p:txBody>
          <a:bodyPr wrap="square" lIns="91440" tIns="45720" rIns="91440" bIns="45720">
            <a:spAutoFit/>
          </a:bodyPr>
          <a:lstStyle/>
          <a:p>
            <a:pPr algn="ctr"/>
            <a:r>
              <a:rPr lang="he-IL" sz="1050" dirty="0">
                <a:ln w="0"/>
                <a:effectLst>
                  <a:outerShdw blurRad="38100" dist="19050" dir="2700000" algn="tl" rotWithShape="0">
                    <a:schemeClr val="dk1">
                      <a:alpha val="40000"/>
                    </a:schemeClr>
                  </a:outerShdw>
                </a:effectLst>
              </a:rPr>
              <a:t>הוספת הודעה לתלמידה </a:t>
            </a:r>
            <a:endParaRPr lang="he-IL" sz="1050" b="0" cap="none" spc="0" dirty="0">
              <a:ln w="0"/>
              <a:solidFill>
                <a:schemeClr val="tx1"/>
              </a:solidFill>
              <a:effectLst>
                <a:outerShdw blurRad="38100" dist="19050" dir="2700000" algn="tl" rotWithShape="0">
                  <a:schemeClr val="dk1">
                    <a:alpha val="40000"/>
                  </a:schemeClr>
                </a:outerShdw>
              </a:effectLst>
            </a:endParaRPr>
          </a:p>
        </p:txBody>
      </p:sp>
      <p:sp>
        <p:nvSpPr>
          <p:cNvPr id="31" name="מלבן 30">
            <a:extLst>
              <a:ext uri="{FF2B5EF4-FFF2-40B4-BE49-F238E27FC236}">
                <a16:creationId xmlns:a16="http://schemas.microsoft.com/office/drawing/2014/main" id="{09294D4A-7447-C56B-7233-2042EB3C8266}"/>
              </a:ext>
            </a:extLst>
          </p:cNvPr>
          <p:cNvSpPr/>
          <p:nvPr/>
        </p:nvSpPr>
        <p:spPr>
          <a:xfrm>
            <a:off x="5492584" y="2474742"/>
            <a:ext cx="1027523" cy="523220"/>
          </a:xfrm>
          <a:prstGeom prst="rect">
            <a:avLst/>
          </a:prstGeom>
          <a:noFill/>
        </p:spPr>
        <p:txBody>
          <a:bodyPr wrap="square" lIns="91440" tIns="45720" rIns="91440" bIns="45720">
            <a:spAutoFit/>
          </a:bodyPr>
          <a:lstStyle/>
          <a:p>
            <a:pPr algn="ctr"/>
            <a:r>
              <a:rPr lang="he-IL" sz="1400" b="0" cap="none" spc="0" dirty="0">
                <a:ln w="0"/>
                <a:solidFill>
                  <a:schemeClr val="tx1"/>
                </a:solidFill>
                <a:effectLst>
                  <a:outerShdw blurRad="38100" dist="19050" dir="2700000" algn="tl" rotWithShape="0">
                    <a:schemeClr val="dk1">
                      <a:alpha val="40000"/>
                    </a:schemeClr>
                  </a:outerShdw>
                </a:effectLst>
              </a:rPr>
              <a:t>הודעות מצוות</a:t>
            </a:r>
          </a:p>
        </p:txBody>
      </p:sp>
      <p:cxnSp>
        <p:nvCxnSpPr>
          <p:cNvPr id="99" name="מחבר חץ ישר 98">
            <a:extLst>
              <a:ext uri="{FF2B5EF4-FFF2-40B4-BE49-F238E27FC236}">
                <a16:creationId xmlns:a16="http://schemas.microsoft.com/office/drawing/2014/main" id="{CD7D5ED9-A57F-7653-DBC3-DD515D0FE789}"/>
              </a:ext>
            </a:extLst>
          </p:cNvPr>
          <p:cNvCxnSpPr>
            <a:cxnSpLocks/>
          </p:cNvCxnSpPr>
          <p:nvPr/>
        </p:nvCxnSpPr>
        <p:spPr>
          <a:xfrm flipH="1" flipV="1">
            <a:off x="10195870" y="1632171"/>
            <a:ext cx="164404" cy="153294"/>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1" name="מחבר חץ ישר 100">
            <a:extLst>
              <a:ext uri="{FF2B5EF4-FFF2-40B4-BE49-F238E27FC236}">
                <a16:creationId xmlns:a16="http://schemas.microsoft.com/office/drawing/2014/main" id="{1310E09F-1358-1FBF-AB23-4B5BABD7BC2F}"/>
              </a:ext>
            </a:extLst>
          </p:cNvPr>
          <p:cNvCxnSpPr>
            <a:cxnSpLocks/>
            <a:stCxn id="92" idx="0"/>
          </p:cNvCxnSpPr>
          <p:nvPr/>
        </p:nvCxnSpPr>
        <p:spPr>
          <a:xfrm flipH="1" flipV="1">
            <a:off x="10485541" y="1646393"/>
            <a:ext cx="1214953" cy="89555"/>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1" name="מלבן 170">
            <a:extLst>
              <a:ext uri="{FF2B5EF4-FFF2-40B4-BE49-F238E27FC236}">
                <a16:creationId xmlns:a16="http://schemas.microsoft.com/office/drawing/2014/main" id="{67A2701B-5CEE-4BDF-180B-69CD9092B47F}"/>
              </a:ext>
            </a:extLst>
          </p:cNvPr>
          <p:cNvSpPr/>
          <p:nvPr/>
        </p:nvSpPr>
        <p:spPr>
          <a:xfrm>
            <a:off x="6465707" y="2446827"/>
            <a:ext cx="785935" cy="1202029"/>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cxnSp>
        <p:nvCxnSpPr>
          <p:cNvPr id="102" name="מחבר חץ ישר 101">
            <a:extLst>
              <a:ext uri="{FF2B5EF4-FFF2-40B4-BE49-F238E27FC236}">
                <a16:creationId xmlns:a16="http://schemas.microsoft.com/office/drawing/2014/main" id="{583F5556-408F-3CB5-BCEE-8F3D22E02503}"/>
              </a:ext>
            </a:extLst>
          </p:cNvPr>
          <p:cNvCxnSpPr>
            <a:cxnSpLocks/>
            <a:stCxn id="86" idx="0"/>
          </p:cNvCxnSpPr>
          <p:nvPr/>
        </p:nvCxnSpPr>
        <p:spPr>
          <a:xfrm flipV="1">
            <a:off x="9653819" y="1654241"/>
            <a:ext cx="452744" cy="87227"/>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3" name="מחבר חץ ישר 102">
            <a:extLst>
              <a:ext uri="{FF2B5EF4-FFF2-40B4-BE49-F238E27FC236}">
                <a16:creationId xmlns:a16="http://schemas.microsoft.com/office/drawing/2014/main" id="{A185CE46-A838-22AE-1B19-36C06B5166F4}"/>
              </a:ext>
            </a:extLst>
          </p:cNvPr>
          <p:cNvCxnSpPr>
            <a:cxnSpLocks/>
            <a:stCxn id="87" idx="0"/>
          </p:cNvCxnSpPr>
          <p:nvPr/>
        </p:nvCxnSpPr>
        <p:spPr>
          <a:xfrm flipV="1">
            <a:off x="8653603" y="1668929"/>
            <a:ext cx="1471437" cy="72539"/>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מחבר חץ ישר 15">
            <a:extLst>
              <a:ext uri="{FF2B5EF4-FFF2-40B4-BE49-F238E27FC236}">
                <a16:creationId xmlns:a16="http://schemas.microsoft.com/office/drawing/2014/main" id="{0EB3B557-BD6A-FE6F-1C5B-D95BB43B07D0}"/>
              </a:ext>
            </a:extLst>
          </p:cNvPr>
          <p:cNvCxnSpPr>
            <a:cxnSpLocks/>
            <a:stCxn id="169" idx="0"/>
            <a:endCxn id="35" idx="2"/>
          </p:cNvCxnSpPr>
          <p:nvPr/>
        </p:nvCxnSpPr>
        <p:spPr>
          <a:xfrm flipV="1">
            <a:off x="6485989" y="2323269"/>
            <a:ext cx="552803" cy="1631847"/>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0" name="מחבר חץ ישר 109">
            <a:extLst>
              <a:ext uri="{FF2B5EF4-FFF2-40B4-BE49-F238E27FC236}">
                <a16:creationId xmlns:a16="http://schemas.microsoft.com/office/drawing/2014/main" id="{65EA1D5A-2833-D59C-9C7E-67AE9D8886DC}"/>
              </a:ext>
            </a:extLst>
          </p:cNvPr>
          <p:cNvCxnSpPr>
            <a:cxnSpLocks/>
            <a:endCxn id="74" idx="2"/>
          </p:cNvCxnSpPr>
          <p:nvPr/>
        </p:nvCxnSpPr>
        <p:spPr>
          <a:xfrm flipV="1">
            <a:off x="11693164" y="2993615"/>
            <a:ext cx="1" cy="183821"/>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1" name="מחבר חץ ישר 110">
            <a:extLst>
              <a:ext uri="{FF2B5EF4-FFF2-40B4-BE49-F238E27FC236}">
                <a16:creationId xmlns:a16="http://schemas.microsoft.com/office/drawing/2014/main" id="{9A08DF1B-98E0-54B7-2F86-F4A5B2C08638}"/>
              </a:ext>
            </a:extLst>
          </p:cNvPr>
          <p:cNvCxnSpPr>
            <a:cxnSpLocks/>
          </p:cNvCxnSpPr>
          <p:nvPr/>
        </p:nvCxnSpPr>
        <p:spPr>
          <a:xfrm flipV="1">
            <a:off x="8635580" y="2983897"/>
            <a:ext cx="577" cy="199194"/>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8" name="מחבר חץ ישר 147">
            <a:extLst>
              <a:ext uri="{FF2B5EF4-FFF2-40B4-BE49-F238E27FC236}">
                <a16:creationId xmlns:a16="http://schemas.microsoft.com/office/drawing/2014/main" id="{A16605E4-BFD0-85AC-A005-4492AEC2A263}"/>
              </a:ext>
            </a:extLst>
          </p:cNvPr>
          <p:cNvCxnSpPr>
            <a:cxnSpLocks/>
            <a:stCxn id="35" idx="2"/>
            <a:endCxn id="170" idx="0"/>
          </p:cNvCxnSpPr>
          <p:nvPr/>
        </p:nvCxnSpPr>
        <p:spPr>
          <a:xfrm flipH="1">
            <a:off x="5988697" y="2323269"/>
            <a:ext cx="1050095" cy="123558"/>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69" name="מלבן 168">
            <a:extLst>
              <a:ext uri="{FF2B5EF4-FFF2-40B4-BE49-F238E27FC236}">
                <a16:creationId xmlns:a16="http://schemas.microsoft.com/office/drawing/2014/main" id="{67613FAC-DA4A-F347-5DC0-C2B8A2A229A6}"/>
              </a:ext>
            </a:extLst>
          </p:cNvPr>
          <p:cNvSpPr/>
          <p:nvPr/>
        </p:nvSpPr>
        <p:spPr>
          <a:xfrm>
            <a:off x="6093021" y="3955116"/>
            <a:ext cx="785935" cy="814847"/>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46" name="מלבן 145">
            <a:extLst>
              <a:ext uri="{FF2B5EF4-FFF2-40B4-BE49-F238E27FC236}">
                <a16:creationId xmlns:a16="http://schemas.microsoft.com/office/drawing/2014/main" id="{D77C86C5-5971-A1D2-3F13-C7C2885661E0}"/>
              </a:ext>
            </a:extLst>
          </p:cNvPr>
          <p:cNvSpPr/>
          <p:nvPr/>
        </p:nvSpPr>
        <p:spPr>
          <a:xfrm>
            <a:off x="6344912" y="2438119"/>
            <a:ext cx="1027523" cy="307777"/>
          </a:xfrm>
          <a:prstGeom prst="rect">
            <a:avLst/>
          </a:prstGeom>
          <a:noFill/>
        </p:spPr>
        <p:txBody>
          <a:bodyPr wrap="square" lIns="91440" tIns="45720" rIns="91440" bIns="45720">
            <a:spAutoFit/>
          </a:bodyPr>
          <a:lstStyle/>
          <a:p>
            <a:pPr algn="ctr"/>
            <a:r>
              <a:rPr lang="he-IL" sz="1400" b="0" cap="none" spc="0" dirty="0">
                <a:ln w="0"/>
                <a:solidFill>
                  <a:schemeClr val="tx1"/>
                </a:solidFill>
                <a:effectLst>
                  <a:outerShdw blurRad="38100" dist="19050" dir="2700000" algn="tl" rotWithShape="0">
                    <a:schemeClr val="dk1">
                      <a:alpha val="40000"/>
                    </a:schemeClr>
                  </a:outerShdw>
                </a:effectLst>
              </a:rPr>
              <a:t>גרפים</a:t>
            </a:r>
          </a:p>
        </p:txBody>
      </p:sp>
      <p:cxnSp>
        <p:nvCxnSpPr>
          <p:cNvPr id="176" name="מחבר חץ ישר 175">
            <a:extLst>
              <a:ext uri="{FF2B5EF4-FFF2-40B4-BE49-F238E27FC236}">
                <a16:creationId xmlns:a16="http://schemas.microsoft.com/office/drawing/2014/main" id="{B6E24701-4E1A-E7E8-C43F-E1A0916DFAC6}"/>
              </a:ext>
            </a:extLst>
          </p:cNvPr>
          <p:cNvCxnSpPr>
            <a:cxnSpLocks/>
            <a:stCxn id="35" idx="2"/>
            <a:endCxn id="146" idx="0"/>
          </p:cNvCxnSpPr>
          <p:nvPr/>
        </p:nvCxnSpPr>
        <p:spPr>
          <a:xfrm flipH="1">
            <a:off x="6858674" y="2323269"/>
            <a:ext cx="180118" cy="11485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7" name="מחבר חץ ישר 176">
            <a:extLst>
              <a:ext uri="{FF2B5EF4-FFF2-40B4-BE49-F238E27FC236}">
                <a16:creationId xmlns:a16="http://schemas.microsoft.com/office/drawing/2014/main" id="{F96C1B77-2D17-C1DA-0918-50994C35D495}"/>
              </a:ext>
            </a:extLst>
          </p:cNvPr>
          <p:cNvCxnSpPr>
            <a:cxnSpLocks/>
            <a:stCxn id="37" idx="0"/>
            <a:endCxn id="35" idx="2"/>
          </p:cNvCxnSpPr>
          <p:nvPr/>
        </p:nvCxnSpPr>
        <p:spPr>
          <a:xfrm flipH="1" flipV="1">
            <a:off x="7038792" y="2323269"/>
            <a:ext cx="682063" cy="139096"/>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7" name="מלבן 186">
            <a:extLst>
              <a:ext uri="{FF2B5EF4-FFF2-40B4-BE49-F238E27FC236}">
                <a16:creationId xmlns:a16="http://schemas.microsoft.com/office/drawing/2014/main" id="{63863D45-46AC-29D6-28A4-9C97A54F0AD4}"/>
              </a:ext>
            </a:extLst>
          </p:cNvPr>
          <p:cNvSpPr/>
          <p:nvPr/>
        </p:nvSpPr>
        <p:spPr>
          <a:xfrm>
            <a:off x="5964488" y="3984113"/>
            <a:ext cx="1027523" cy="738664"/>
          </a:xfrm>
          <a:prstGeom prst="rect">
            <a:avLst/>
          </a:prstGeom>
          <a:noFill/>
        </p:spPr>
        <p:txBody>
          <a:bodyPr wrap="square" lIns="91440" tIns="45720" rIns="91440" bIns="45720">
            <a:spAutoFit/>
          </a:bodyPr>
          <a:lstStyle/>
          <a:p>
            <a:pPr algn="ctr"/>
            <a:r>
              <a:rPr lang="he-IL" sz="1400" b="0" cap="none" spc="0" dirty="0">
                <a:ln w="0"/>
                <a:solidFill>
                  <a:schemeClr val="tx1"/>
                </a:solidFill>
                <a:effectLst>
                  <a:outerShdw blurRad="38100" dist="19050" dir="2700000" algn="tl" rotWithShape="0">
                    <a:schemeClr val="dk1">
                      <a:alpha val="40000"/>
                    </a:schemeClr>
                  </a:outerShdw>
                </a:effectLst>
              </a:rPr>
              <a:t>הוספת רעיונות לקיוסק</a:t>
            </a:r>
          </a:p>
        </p:txBody>
      </p:sp>
      <p:sp>
        <p:nvSpPr>
          <p:cNvPr id="191" name="מלבן 190">
            <a:extLst>
              <a:ext uri="{FF2B5EF4-FFF2-40B4-BE49-F238E27FC236}">
                <a16:creationId xmlns:a16="http://schemas.microsoft.com/office/drawing/2014/main" id="{E291E196-E17D-55F6-EC3E-4538AF993585}"/>
              </a:ext>
            </a:extLst>
          </p:cNvPr>
          <p:cNvSpPr/>
          <p:nvPr/>
        </p:nvSpPr>
        <p:spPr>
          <a:xfrm>
            <a:off x="4411542" y="1766903"/>
            <a:ext cx="785934" cy="1154695"/>
          </a:xfrm>
          <a:prstGeom prst="rect">
            <a:avLst/>
          </a:prstGeom>
          <a:solidFill>
            <a:schemeClr val="accent4">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92" name="מלבן 191">
            <a:extLst>
              <a:ext uri="{FF2B5EF4-FFF2-40B4-BE49-F238E27FC236}">
                <a16:creationId xmlns:a16="http://schemas.microsoft.com/office/drawing/2014/main" id="{4982DB62-7009-9DAA-05F3-E3598AB50F92}"/>
              </a:ext>
            </a:extLst>
          </p:cNvPr>
          <p:cNvSpPr/>
          <p:nvPr/>
        </p:nvSpPr>
        <p:spPr>
          <a:xfrm>
            <a:off x="3441307" y="1762628"/>
            <a:ext cx="785934" cy="1154695"/>
          </a:xfrm>
          <a:prstGeom prst="rect">
            <a:avLst/>
          </a:prstGeom>
          <a:solidFill>
            <a:schemeClr val="accent4">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94" name="מלבן 193">
            <a:extLst>
              <a:ext uri="{FF2B5EF4-FFF2-40B4-BE49-F238E27FC236}">
                <a16:creationId xmlns:a16="http://schemas.microsoft.com/office/drawing/2014/main" id="{FFD0CF88-A22D-10C1-547E-BB8EA4642209}"/>
              </a:ext>
            </a:extLst>
          </p:cNvPr>
          <p:cNvSpPr/>
          <p:nvPr/>
        </p:nvSpPr>
        <p:spPr>
          <a:xfrm>
            <a:off x="3221533" y="1762628"/>
            <a:ext cx="1225482" cy="584775"/>
          </a:xfrm>
          <a:prstGeom prst="rect">
            <a:avLst/>
          </a:prstGeom>
          <a:noFill/>
        </p:spPr>
        <p:txBody>
          <a:bodyPr wrap="square" lIns="91440" tIns="45720" rIns="91440" bIns="45720">
            <a:spAutoFit/>
          </a:bodyPr>
          <a:lstStyle/>
          <a:p>
            <a:pPr algn="ctr"/>
            <a:r>
              <a:rPr lang="he-IL" sz="1600" b="0" cap="none" spc="0" dirty="0">
                <a:ln w="0"/>
                <a:solidFill>
                  <a:schemeClr val="tx1"/>
                </a:solidFill>
                <a:effectLst>
                  <a:outerShdw blurRad="38100" dist="19050" dir="2700000" algn="tl" rotWithShape="0">
                    <a:schemeClr val="dk1">
                      <a:alpha val="40000"/>
                    </a:schemeClr>
                  </a:outerShdw>
                </a:effectLst>
              </a:rPr>
              <a:t>הודעות לתלמידות</a:t>
            </a:r>
          </a:p>
        </p:txBody>
      </p:sp>
      <p:sp>
        <p:nvSpPr>
          <p:cNvPr id="195" name="מלבן 194">
            <a:extLst>
              <a:ext uri="{FF2B5EF4-FFF2-40B4-BE49-F238E27FC236}">
                <a16:creationId xmlns:a16="http://schemas.microsoft.com/office/drawing/2014/main" id="{F2557AEF-F60D-1628-E6AB-9E6D7D69E5FD}"/>
              </a:ext>
            </a:extLst>
          </p:cNvPr>
          <p:cNvSpPr/>
          <p:nvPr/>
        </p:nvSpPr>
        <p:spPr>
          <a:xfrm>
            <a:off x="4264697" y="1772863"/>
            <a:ext cx="1051216" cy="338554"/>
          </a:xfrm>
          <a:prstGeom prst="rect">
            <a:avLst/>
          </a:prstGeom>
          <a:noFill/>
        </p:spPr>
        <p:txBody>
          <a:bodyPr wrap="square" lIns="91440" tIns="45720" rIns="91440" bIns="45720">
            <a:spAutoFit/>
          </a:bodyPr>
          <a:lstStyle/>
          <a:p>
            <a:pPr algn="ctr"/>
            <a:r>
              <a:rPr lang="he-IL" sz="1600" b="0" cap="none" spc="0" dirty="0">
                <a:ln w="0"/>
                <a:solidFill>
                  <a:schemeClr val="tx1"/>
                </a:solidFill>
                <a:effectLst>
                  <a:outerShdw blurRad="38100" dist="19050" dir="2700000" algn="tl" rotWithShape="0">
                    <a:schemeClr val="dk1">
                      <a:alpha val="40000"/>
                    </a:schemeClr>
                  </a:outerShdw>
                </a:effectLst>
              </a:rPr>
              <a:t>גרפים</a:t>
            </a:r>
          </a:p>
        </p:txBody>
      </p:sp>
      <p:cxnSp>
        <p:nvCxnSpPr>
          <p:cNvPr id="196" name="מחבר חץ ישר 195">
            <a:extLst>
              <a:ext uri="{FF2B5EF4-FFF2-40B4-BE49-F238E27FC236}">
                <a16:creationId xmlns:a16="http://schemas.microsoft.com/office/drawing/2014/main" id="{45A2F90E-F250-07DC-435A-02FE1C59EBF2}"/>
              </a:ext>
            </a:extLst>
          </p:cNvPr>
          <p:cNvCxnSpPr>
            <a:cxnSpLocks/>
            <a:stCxn id="24" idx="2"/>
            <a:endCxn id="191" idx="0"/>
          </p:cNvCxnSpPr>
          <p:nvPr/>
        </p:nvCxnSpPr>
        <p:spPr>
          <a:xfrm>
            <a:off x="4431288" y="1644596"/>
            <a:ext cx="373221" cy="122307"/>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9" name="מחבר חץ ישר 198">
            <a:extLst>
              <a:ext uri="{FF2B5EF4-FFF2-40B4-BE49-F238E27FC236}">
                <a16:creationId xmlns:a16="http://schemas.microsoft.com/office/drawing/2014/main" id="{30416447-BAEA-652A-9461-98C06F7EB64A}"/>
              </a:ext>
            </a:extLst>
          </p:cNvPr>
          <p:cNvCxnSpPr>
            <a:cxnSpLocks/>
            <a:stCxn id="24" idx="2"/>
            <a:endCxn id="192" idx="0"/>
          </p:cNvCxnSpPr>
          <p:nvPr/>
        </p:nvCxnSpPr>
        <p:spPr>
          <a:xfrm flipH="1">
            <a:off x="3834274" y="1644596"/>
            <a:ext cx="597014" cy="118032"/>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32432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a:extLst>
              <a:ext uri="{FF2B5EF4-FFF2-40B4-BE49-F238E27FC236}">
                <a16:creationId xmlns:a16="http://schemas.microsoft.com/office/drawing/2014/main" id="{4F9EF8B7-6A9F-B447-B80C-15D9F1A2BB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73558"/>
            <a:ext cx="3656804" cy="3899767"/>
          </a:xfrm>
          <a:prstGeom prst="rect">
            <a:avLst/>
          </a:prstGeom>
        </p:spPr>
      </p:pic>
      <p:sp>
        <p:nvSpPr>
          <p:cNvPr id="7" name="כותרת 1">
            <a:extLst>
              <a:ext uri="{FF2B5EF4-FFF2-40B4-BE49-F238E27FC236}">
                <a16:creationId xmlns:a16="http://schemas.microsoft.com/office/drawing/2014/main" id="{2DE4E65B-E66F-980F-68B8-B3EF13164A74}"/>
              </a:ext>
            </a:extLst>
          </p:cNvPr>
          <p:cNvSpPr txBox="1">
            <a:spLocks/>
          </p:cNvSpPr>
          <p:nvPr/>
        </p:nvSpPr>
        <p:spPr>
          <a:xfrm>
            <a:off x="838200" y="2429595"/>
            <a:ext cx="10515600" cy="1325563"/>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7200" b="1"/>
              <a:t>Thank you! </a:t>
            </a:r>
            <a:endParaRPr lang="he-IL" sz="7200" b="1" dirty="0"/>
          </a:p>
        </p:txBody>
      </p:sp>
      <p:sp>
        <p:nvSpPr>
          <p:cNvPr id="8" name="מלבן 7">
            <a:extLst>
              <a:ext uri="{FF2B5EF4-FFF2-40B4-BE49-F238E27FC236}">
                <a16:creationId xmlns:a16="http://schemas.microsoft.com/office/drawing/2014/main" id="{A56E48FE-7820-D19B-A634-DCCBAB70C97D}"/>
              </a:ext>
            </a:extLst>
          </p:cNvPr>
          <p:cNvSpPr/>
          <p:nvPr/>
        </p:nvSpPr>
        <p:spPr>
          <a:xfrm>
            <a:off x="7393646" y="4475623"/>
            <a:ext cx="3946914" cy="1969770"/>
          </a:xfrm>
          <a:prstGeom prst="rect">
            <a:avLst/>
          </a:prstGeom>
          <a:noFill/>
        </p:spPr>
        <p:txBody>
          <a:bodyPr wrap="none" lIns="91440" tIns="45720" rIns="91440" bIns="45720">
            <a:spAutoFit/>
          </a:bodyPr>
          <a:lstStyle/>
          <a:p>
            <a:pPr algn="ctr"/>
            <a:r>
              <a:rPr lang="en-US" sz="5400" b="1" cap="none" spc="0" dirty="0">
                <a:ln w="0"/>
                <a:solidFill>
                  <a:schemeClr val="tx1"/>
                </a:solidFill>
                <a:effectLst>
                  <a:outerShdw blurRad="38100" dist="19050" dir="2700000" algn="tl" rotWithShape="0">
                    <a:schemeClr val="dk1">
                      <a:alpha val="40000"/>
                    </a:schemeClr>
                  </a:outerShdw>
                </a:effectLst>
                <a:latin typeface="Bradley Hand ITC" panose="03070402050302030203" pitchFamily="66" charset="0"/>
                <a:cs typeface="Guttman Yad-Brush" panose="02010401010101010101" pitchFamily="2" charset="-79"/>
              </a:rPr>
              <a:t>Sara Hartuv</a:t>
            </a:r>
          </a:p>
          <a:p>
            <a:pPr algn="ctr"/>
            <a:r>
              <a:rPr lang="en-US" sz="2400" dirty="0">
                <a:ln w="0"/>
                <a:effectLst>
                  <a:outerShdw blurRad="38100" dist="19050" dir="2700000" algn="tl" rotWithShape="0">
                    <a:schemeClr val="dk1">
                      <a:alpha val="40000"/>
                    </a:schemeClr>
                  </a:outerShdw>
                </a:effectLst>
                <a:latin typeface="Bradley Hand ITC" panose="03070402050302030203" pitchFamily="66" charset="0"/>
              </a:rPr>
              <a:t>sarahartuv1@gmail.com</a:t>
            </a:r>
            <a:r>
              <a:rPr lang="en-US" sz="2400" b="1" cap="none" spc="0" dirty="0">
                <a:ln w="0"/>
                <a:solidFill>
                  <a:schemeClr val="tx1"/>
                </a:solidFill>
                <a:effectLst>
                  <a:outerShdw blurRad="38100" dist="19050" dir="2700000" algn="tl" rotWithShape="0">
                    <a:schemeClr val="dk1">
                      <a:alpha val="40000"/>
                    </a:schemeClr>
                  </a:outerShdw>
                </a:effectLst>
                <a:latin typeface="Bradley Hand ITC" panose="03070402050302030203" pitchFamily="66" charset="0"/>
                <a:cs typeface="Guttman Yad-Brush" panose="02010401010101010101" pitchFamily="2" charset="-79"/>
              </a:rPr>
              <a:t> </a:t>
            </a:r>
          </a:p>
          <a:p>
            <a:pPr algn="ctr"/>
            <a:r>
              <a:rPr lang="en-US" sz="4000" dirty="0">
                <a:ln w="0"/>
                <a:effectLst>
                  <a:outerShdw blurRad="38100" dist="19050" dir="2700000" algn="tl" rotWithShape="0">
                    <a:schemeClr val="dk1">
                      <a:alpha val="40000"/>
                    </a:schemeClr>
                  </a:outerShdw>
                </a:effectLst>
                <a:latin typeface="Bradley Hand ITC" panose="03070402050302030203" pitchFamily="66" charset="0"/>
                <a:cs typeface="Guttman Yad-Brush" panose="02010401010101010101" pitchFamily="2" charset="-79"/>
              </a:rPr>
              <a:t>22/01/2026</a:t>
            </a:r>
            <a:endParaRPr lang="he-IL" sz="4000" dirty="0">
              <a:ln w="0"/>
              <a:effectLst>
                <a:outerShdw blurRad="38100" dist="19050" dir="2700000" algn="tl" rotWithShape="0">
                  <a:schemeClr val="dk1">
                    <a:alpha val="40000"/>
                  </a:schemeClr>
                </a:outerShdw>
              </a:effectLst>
              <a:latin typeface="Bradley Hand ITC" panose="03070402050302030203" pitchFamily="66" charset="0"/>
              <a:cs typeface="Guttman Yad-Brush" panose="02010401010101010101" pitchFamily="2" charset="-79"/>
            </a:endParaRPr>
          </a:p>
        </p:txBody>
      </p:sp>
    </p:spTree>
    <p:extLst>
      <p:ext uri="{BB962C8B-B14F-4D97-AF65-F5344CB8AC3E}">
        <p14:creationId xmlns:p14="http://schemas.microsoft.com/office/powerpoint/2010/main" val="1204733904"/>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18842</TotalTime>
  <Words>1081</Words>
  <Application>Microsoft Office PowerPoint</Application>
  <PresentationFormat>מסך רחב</PresentationFormat>
  <Paragraphs>113</Paragraphs>
  <Slides>14</Slides>
  <Notes>0</Notes>
  <HiddenSlides>0</HiddenSlides>
  <MMClips>0</MMClips>
  <ScaleCrop>false</ScaleCrop>
  <HeadingPairs>
    <vt:vector size="6" baseType="variant">
      <vt:variant>
        <vt:lpstr>גופנים בשימוש</vt:lpstr>
      </vt:variant>
      <vt:variant>
        <vt:i4>4</vt:i4>
      </vt:variant>
      <vt:variant>
        <vt:lpstr>ערכת נושא</vt:lpstr>
      </vt:variant>
      <vt:variant>
        <vt:i4>1</vt:i4>
      </vt:variant>
      <vt:variant>
        <vt:lpstr>כותרות שקופיות</vt:lpstr>
      </vt:variant>
      <vt:variant>
        <vt:i4>14</vt:i4>
      </vt:variant>
    </vt:vector>
  </HeadingPairs>
  <TitlesOfParts>
    <vt:vector size="19" baseType="lpstr">
      <vt:lpstr>Arial</vt:lpstr>
      <vt:lpstr>Bradley Hand ITC</vt:lpstr>
      <vt:lpstr>Calibri</vt:lpstr>
      <vt:lpstr>Calibri Light</vt:lpstr>
      <vt:lpstr>ערכת נושא Office</vt:lpstr>
      <vt:lpstr>פרויקט עיצוב התנהגות</vt:lpstr>
      <vt:lpstr>מסך הבית </vt:lpstr>
      <vt:lpstr>מסך התחברות למערכת </vt:lpstr>
      <vt:lpstr>מסכי כניסת מורות – כללי קיים בכל המסכים של המורה </vt:lpstr>
      <vt:lpstr>כניסת מורות - מסך יומיומי</vt:lpstr>
      <vt:lpstr>כניסת מורות - גרפים</vt:lpstr>
      <vt:lpstr>כניסת מורות – הודעות</vt:lpstr>
      <vt:lpstr>כניסת תלמידות </vt:lpstr>
      <vt:lpstr>כניסת צוות ניהולי + טיפולי</vt:lpstr>
      <vt:lpstr>כניסת מנהלת אתר </vt:lpstr>
      <vt:lpstr>כניסת תלמידות - הקיוסק</vt:lpstr>
      <vt:lpstr>כניסת תלמידות – סל הקניות </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15</cp:revision>
  <dcterms:created xsi:type="dcterms:W3CDTF">2025-11-08T23:10:09Z</dcterms:created>
  <dcterms:modified xsi:type="dcterms:W3CDTF">2026-02-04T14:22:35Z</dcterms:modified>
</cp:coreProperties>
</file>