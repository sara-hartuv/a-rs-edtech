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500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5D8E0BD-A847-7EB5-DAA4-FF872FEBA536}"/>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91BC4D91-EB36-671E-ACD4-6970DEE1CA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7BE0300-A580-EEF6-997C-C6954B4787D9}"/>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5" name="מציין מיקום של כותרת תחתונה 4">
            <a:extLst>
              <a:ext uri="{FF2B5EF4-FFF2-40B4-BE49-F238E27FC236}">
                <a16:creationId xmlns:a16="http://schemas.microsoft.com/office/drawing/2014/main" id="{C0A3E036-0F8A-EA1C-AAF9-478918D4F0D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183B487-126B-5517-1B6C-33DE38473F1D}"/>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2536303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E2A3905-F9AB-14C1-FADC-5B5EFDB248F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62603BBF-CC43-E316-9619-67EEEE4243E3}"/>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BC6130-9271-1D59-DA8A-CD6803F76512}"/>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5" name="מציין מיקום של כותרת תחתונה 4">
            <a:extLst>
              <a:ext uri="{FF2B5EF4-FFF2-40B4-BE49-F238E27FC236}">
                <a16:creationId xmlns:a16="http://schemas.microsoft.com/office/drawing/2014/main" id="{89971D3B-9E11-AF6E-8497-5A7B71B4449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B2835D0C-BAC6-D3D5-D8F3-ACAFD3CF550E}"/>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2728025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A213834-AE62-1CEC-CD97-F68AC8892032}"/>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11422A66-6651-A974-78B7-0C4F2809B45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AE7791FD-049C-3F2A-7640-6FDBD73DB727}"/>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5" name="מציין מיקום של כותרת תחתונה 4">
            <a:extLst>
              <a:ext uri="{FF2B5EF4-FFF2-40B4-BE49-F238E27FC236}">
                <a16:creationId xmlns:a16="http://schemas.microsoft.com/office/drawing/2014/main" id="{57D70E8B-D123-5916-1597-E2923CB09ED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33D2419-0573-15CF-F6BC-4CB6B6CDE7A7}"/>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724148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CC55B64-E07F-EAA9-FD03-B9302488B6D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1F2BA3CD-86BF-A644-604A-03657F9ABB3E}"/>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C1F10E59-531E-BAB2-C910-96E9A4CDD03B}"/>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AD061B78-7EFA-D9FA-AAD1-31934FD61FD0}"/>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6" name="מציין מיקום של כותרת תחתונה 5">
            <a:extLst>
              <a:ext uri="{FF2B5EF4-FFF2-40B4-BE49-F238E27FC236}">
                <a16:creationId xmlns:a16="http://schemas.microsoft.com/office/drawing/2014/main" id="{6BA2978D-40A6-51DB-5946-238420DCEC05}"/>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99132180-5A03-8B2B-FF70-52E7B7A791B5}"/>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1630069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4CD5944-EF2C-27D8-FEA4-227E5DD517B7}"/>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8F14D4F-590F-F510-00CE-FD708159BF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EEFBBEE-6484-4167-2637-83F637FF18E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D1F0CDD-013F-A161-BA9D-48497585EF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203391BE-DB1A-917A-84C6-3016FFFB50D7}"/>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97839F5-F326-D0A8-D62C-DB1467DFA33F}"/>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8" name="מציין מיקום של כותרת תחתונה 7">
            <a:extLst>
              <a:ext uri="{FF2B5EF4-FFF2-40B4-BE49-F238E27FC236}">
                <a16:creationId xmlns:a16="http://schemas.microsoft.com/office/drawing/2014/main" id="{B7FA1252-532D-36B4-E7B1-9BCA6DAFD68B}"/>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61CC51B1-54A8-7F1F-B08B-7146BEC68BC8}"/>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332371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8803C19-16CF-C3F7-1B37-DA17F1372FA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B603C544-BAE1-4A50-DDB6-E94B29548050}"/>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4" name="מציין מיקום של כותרת תחתונה 3">
            <a:extLst>
              <a:ext uri="{FF2B5EF4-FFF2-40B4-BE49-F238E27FC236}">
                <a16:creationId xmlns:a16="http://schemas.microsoft.com/office/drawing/2014/main" id="{F0BDDA58-4567-779B-F5BD-E322C52C594A}"/>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938D425B-B706-4631-9441-8FC6CAFC9DBB}"/>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033586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5C7233A0-74DA-4926-B45B-9B561730000E}"/>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3" name="מציין מיקום של כותרת תחתונה 2">
            <a:extLst>
              <a:ext uri="{FF2B5EF4-FFF2-40B4-BE49-F238E27FC236}">
                <a16:creationId xmlns:a16="http://schemas.microsoft.com/office/drawing/2014/main" id="{371E63B8-D6B1-FC3B-FB6F-7F6E8780B0F1}"/>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C9985D2F-E24E-87B8-FDD3-CD38D1ABAB69}"/>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2739356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C74648B-B3CC-9713-95A5-DCB45D297101}"/>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4F869415-0B88-9523-2DF3-FFD5629501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98FE8C65-74EC-08CE-0FD6-05A02FE64B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062DBA9-70BF-8B44-F055-45E1D4A6179E}"/>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6" name="מציין מיקום של כותרת תחתונה 5">
            <a:extLst>
              <a:ext uri="{FF2B5EF4-FFF2-40B4-BE49-F238E27FC236}">
                <a16:creationId xmlns:a16="http://schemas.microsoft.com/office/drawing/2014/main" id="{B54C6FE8-E717-90E8-86E3-2296AE7CB7E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01885-EECB-1B33-9D1F-FA85D87C9C5F}"/>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315421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9838EF8-92C3-B3A3-5AB4-CF91614502F9}"/>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CB0E3047-9160-FA7F-EC73-9C40757FFC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6B868D99-54D0-1585-B48E-C898EDC315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C807ED3-582A-DB9D-7460-8851436632D8}"/>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6" name="מציין מיקום של כותרת תחתונה 5">
            <a:extLst>
              <a:ext uri="{FF2B5EF4-FFF2-40B4-BE49-F238E27FC236}">
                <a16:creationId xmlns:a16="http://schemas.microsoft.com/office/drawing/2014/main" id="{33080344-C0FF-7551-CC61-827600B1937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575A7FF0-19AB-416A-C5AC-FC353792EAF2}"/>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7265198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D1EB8FD-420F-0F74-78EB-E4F763564698}"/>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75599AF-7367-E7BA-08BA-89A2AA324BE9}"/>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D86C3B6D-11D2-57FD-6DE1-747EC4D3E4E8}"/>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5" name="מציין מיקום של כותרת תחתונה 4">
            <a:extLst>
              <a:ext uri="{FF2B5EF4-FFF2-40B4-BE49-F238E27FC236}">
                <a16:creationId xmlns:a16="http://schemas.microsoft.com/office/drawing/2014/main" id="{47FB66AD-D7CE-5737-482F-929B6224726F}"/>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34D14F7-AAAA-194F-4D64-9C5F3CC12530}"/>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895441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2B388FF7-5A37-DA18-CB4E-134B049BF624}"/>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D3A25DF-C419-9BC9-48E1-A73FB461C140}"/>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6B41CB0A-52B4-6935-52C5-B12CD00846D8}"/>
              </a:ext>
            </a:extLst>
          </p:cNvPr>
          <p:cNvSpPr>
            <a:spLocks noGrp="1"/>
          </p:cNvSpPr>
          <p:nvPr>
            <p:ph type="dt" sz="half" idx="10"/>
          </p:nvPr>
        </p:nvSpPr>
        <p:spPr/>
        <p:txBody>
          <a:bodyPr/>
          <a:lstStyle/>
          <a:p>
            <a:fld id="{1FFCD2AE-C8D6-4C5C-8058-C519C73E84B5}" type="datetimeFigureOut">
              <a:rPr lang="he-IL" smtClean="0"/>
              <a:t>ז'/כסלו/תשפ"ו</a:t>
            </a:fld>
            <a:endParaRPr lang="he-IL"/>
          </a:p>
        </p:txBody>
      </p:sp>
      <p:sp>
        <p:nvSpPr>
          <p:cNvPr id="5" name="מציין מיקום של כותרת תחתונה 4">
            <a:extLst>
              <a:ext uri="{FF2B5EF4-FFF2-40B4-BE49-F238E27FC236}">
                <a16:creationId xmlns:a16="http://schemas.microsoft.com/office/drawing/2014/main" id="{1556F857-4F09-0B54-9970-38DF14BAD90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8DBFC10-85A6-AB1D-1B00-4118971DAFE6}"/>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5487491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B2A93D3D-9C9E-3B70-D5DF-D09559D2E592}"/>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76C3F8EC-28EA-300B-EA15-310B96C124DB}"/>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8142A622-0B8C-608D-04A4-7F2E2EB6DB09}"/>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1FFCD2AE-C8D6-4C5C-8058-C519C73E84B5}" type="datetimeFigureOut">
              <a:rPr lang="he-IL" smtClean="0"/>
              <a:t>ז'/כסלו/תשפ"ו</a:t>
            </a:fld>
            <a:endParaRPr lang="he-IL"/>
          </a:p>
        </p:txBody>
      </p:sp>
      <p:sp>
        <p:nvSpPr>
          <p:cNvPr id="5" name="מציין מיקום של כותרת תחתונה 4">
            <a:extLst>
              <a:ext uri="{FF2B5EF4-FFF2-40B4-BE49-F238E27FC236}">
                <a16:creationId xmlns:a16="http://schemas.microsoft.com/office/drawing/2014/main" id="{D7A81E05-05E3-67C6-68FF-2BD68A58F3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537B3B53-7AAF-2707-9D3F-5BCE475EF8E2}"/>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1605E505-55DB-4E91-BC80-AB102BF08BCF}" type="slidenum">
              <a:rPr lang="he-IL" smtClean="0"/>
              <a:t>‹#›</a:t>
            </a:fld>
            <a:endParaRPr lang="he-IL"/>
          </a:p>
        </p:txBody>
      </p:sp>
    </p:spTree>
    <p:extLst>
      <p:ext uri="{BB962C8B-B14F-4D97-AF65-F5344CB8AC3E}">
        <p14:creationId xmlns:p14="http://schemas.microsoft.com/office/powerpoint/2010/main" val="8534244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621E57C-A7FF-DC5A-4C70-7594CF2A3F1D}"/>
              </a:ext>
            </a:extLst>
          </p:cNvPr>
          <p:cNvSpPr>
            <a:spLocks noGrp="1"/>
          </p:cNvSpPr>
          <p:nvPr>
            <p:ph type="ctrTitle"/>
          </p:nvPr>
        </p:nvSpPr>
        <p:spPr/>
        <p:txBody>
          <a:bodyPr/>
          <a:lstStyle/>
          <a:p>
            <a:r>
              <a:rPr lang="he-IL" dirty="0"/>
              <a:t>פרויקט עיצוב התנהגות</a:t>
            </a:r>
          </a:p>
        </p:txBody>
      </p:sp>
      <p:sp>
        <p:nvSpPr>
          <p:cNvPr id="3" name="כותרת משנה 2">
            <a:extLst>
              <a:ext uri="{FF2B5EF4-FFF2-40B4-BE49-F238E27FC236}">
                <a16:creationId xmlns:a16="http://schemas.microsoft.com/office/drawing/2014/main" id="{21CD2B3E-2FD9-C12E-2AE3-CC1714DA0BE2}"/>
              </a:ext>
            </a:extLst>
          </p:cNvPr>
          <p:cNvSpPr>
            <a:spLocks noGrp="1"/>
          </p:cNvSpPr>
          <p:nvPr>
            <p:ph type="subTitle" idx="1"/>
          </p:nvPr>
        </p:nvSpPr>
        <p:spPr/>
        <p:txBody>
          <a:bodyPr/>
          <a:lstStyle/>
          <a:p>
            <a:r>
              <a:rPr lang="he-IL" dirty="0"/>
              <a:t>מסכי הפרויקט</a:t>
            </a:r>
          </a:p>
        </p:txBody>
      </p:sp>
      <p:pic>
        <p:nvPicPr>
          <p:cNvPr id="5" name="תמונה 4">
            <a:extLst>
              <a:ext uri="{FF2B5EF4-FFF2-40B4-BE49-F238E27FC236}">
                <a16:creationId xmlns:a16="http://schemas.microsoft.com/office/drawing/2014/main" id="{A678065F-8BF2-0A23-0BFD-734472C671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Tree>
    <p:extLst>
      <p:ext uri="{BB962C8B-B14F-4D97-AF65-F5344CB8AC3E}">
        <p14:creationId xmlns:p14="http://schemas.microsoft.com/office/powerpoint/2010/main" val="3400703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9925EA1-B7A3-9A97-8627-5C0A8DE3F3D2}"/>
              </a:ext>
            </a:extLst>
          </p:cNvPr>
          <p:cNvSpPr>
            <a:spLocks noGrp="1"/>
          </p:cNvSpPr>
          <p:nvPr>
            <p:ph type="title"/>
          </p:nvPr>
        </p:nvSpPr>
        <p:spPr/>
        <p:txBody>
          <a:bodyPr/>
          <a:lstStyle/>
          <a:p>
            <a:r>
              <a:rPr lang="he-IL" dirty="0"/>
              <a:t>התחברות למערכת </a:t>
            </a:r>
          </a:p>
        </p:txBody>
      </p:sp>
      <p:sp>
        <p:nvSpPr>
          <p:cNvPr id="6" name="מציין מיקום תוכן 5">
            <a:extLst>
              <a:ext uri="{FF2B5EF4-FFF2-40B4-BE49-F238E27FC236}">
                <a16:creationId xmlns:a16="http://schemas.microsoft.com/office/drawing/2014/main" id="{5097C44F-2CEF-7F5D-B4F8-C3AF35689D7F}"/>
              </a:ext>
            </a:extLst>
          </p:cNvPr>
          <p:cNvSpPr>
            <a:spLocks noGrp="1"/>
          </p:cNvSpPr>
          <p:nvPr>
            <p:ph idx="1"/>
          </p:nvPr>
        </p:nvSpPr>
        <p:spPr/>
        <p:txBody>
          <a:bodyPr/>
          <a:lstStyle/>
          <a:p>
            <a:r>
              <a:rPr lang="he-IL" dirty="0"/>
              <a:t>ההתחברות מתבצעת עם טלפון וסיסמא עבור כל בעלי התפקידים</a:t>
            </a:r>
          </a:p>
          <a:p>
            <a:r>
              <a:rPr lang="he-IL" dirty="0"/>
              <a:t>ניתוב לעמודים המתאימים לפי דרגת המשתמש </a:t>
            </a:r>
          </a:p>
          <a:p>
            <a:endParaRPr lang="he-IL" dirty="0"/>
          </a:p>
          <a:p>
            <a:endParaRPr lang="he-IL" dirty="0"/>
          </a:p>
          <a:p>
            <a:pPr marL="0" indent="0">
              <a:buNone/>
            </a:pPr>
            <a:endParaRPr lang="he-IL" dirty="0"/>
          </a:p>
        </p:txBody>
      </p:sp>
      <p:grpSp>
        <p:nvGrpSpPr>
          <p:cNvPr id="20" name="קבוצה 19">
            <a:extLst>
              <a:ext uri="{FF2B5EF4-FFF2-40B4-BE49-F238E27FC236}">
                <a16:creationId xmlns:a16="http://schemas.microsoft.com/office/drawing/2014/main" id="{87BB2792-BA62-2827-EF50-B79EAE79D380}"/>
              </a:ext>
            </a:extLst>
          </p:cNvPr>
          <p:cNvGrpSpPr/>
          <p:nvPr/>
        </p:nvGrpSpPr>
        <p:grpSpPr>
          <a:xfrm>
            <a:off x="176855" y="2280262"/>
            <a:ext cx="4601817" cy="4472608"/>
            <a:chOff x="3796748" y="1808922"/>
            <a:chExt cx="4601817" cy="4472608"/>
          </a:xfrm>
        </p:grpSpPr>
        <p:sp>
          <p:nvSpPr>
            <p:cNvPr id="8" name="מלבן: פינות מעוגלות 7">
              <a:extLst>
                <a:ext uri="{FF2B5EF4-FFF2-40B4-BE49-F238E27FC236}">
                  <a16:creationId xmlns:a16="http://schemas.microsoft.com/office/drawing/2014/main" id="{4D95DD5A-0607-FA87-381D-90D2BB1FA669}"/>
                </a:ext>
              </a:extLst>
            </p:cNvPr>
            <p:cNvSpPr/>
            <p:nvPr/>
          </p:nvSpPr>
          <p:spPr>
            <a:xfrm>
              <a:off x="3796748" y="1808922"/>
              <a:ext cx="4601817" cy="447260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9" name="מלבן: פינות מעוגלות 8">
              <a:extLst>
                <a:ext uri="{FF2B5EF4-FFF2-40B4-BE49-F238E27FC236}">
                  <a16:creationId xmlns:a16="http://schemas.microsoft.com/office/drawing/2014/main" id="{59DD3E84-3FFA-925B-766F-4DAD3E91C4C2}"/>
                </a:ext>
              </a:extLst>
            </p:cNvPr>
            <p:cNvSpPr/>
            <p:nvPr/>
          </p:nvSpPr>
          <p:spPr>
            <a:xfrm>
              <a:off x="4480891" y="4095991"/>
              <a:ext cx="3230217" cy="46713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מלבן: פינות מעוגלות 9">
              <a:extLst>
                <a:ext uri="{FF2B5EF4-FFF2-40B4-BE49-F238E27FC236}">
                  <a16:creationId xmlns:a16="http://schemas.microsoft.com/office/drawing/2014/main" id="{41A52A45-0279-0FC8-B08A-6B1D8B58548F}"/>
                </a:ext>
              </a:extLst>
            </p:cNvPr>
            <p:cNvSpPr/>
            <p:nvPr/>
          </p:nvSpPr>
          <p:spPr>
            <a:xfrm>
              <a:off x="4482548" y="2961861"/>
              <a:ext cx="3230217" cy="46713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1" name="מלבן 10">
              <a:extLst>
                <a:ext uri="{FF2B5EF4-FFF2-40B4-BE49-F238E27FC236}">
                  <a16:creationId xmlns:a16="http://schemas.microsoft.com/office/drawing/2014/main" id="{92156144-E2BE-38F9-8FD6-D94C73C0001B}"/>
                </a:ext>
              </a:extLst>
            </p:cNvPr>
            <p:cNvSpPr/>
            <p:nvPr/>
          </p:nvSpPr>
          <p:spPr>
            <a:xfrm>
              <a:off x="4372743" y="2432727"/>
              <a:ext cx="1704314" cy="461665"/>
            </a:xfrm>
            <a:prstGeom prst="rect">
              <a:avLst/>
            </a:prstGeom>
            <a:noFill/>
          </p:spPr>
          <p:txBody>
            <a:bodyPr wrap="square" lIns="91440" tIns="45720" rIns="91440" bIns="45720">
              <a:spAutoFit/>
            </a:bodyPr>
            <a:lstStyle/>
            <a:p>
              <a:pPr algn="ctr"/>
              <a:r>
                <a:rPr lang="en-US" sz="2400" b="0" cap="none" spc="0" dirty="0">
                  <a:ln w="0"/>
                  <a:solidFill>
                    <a:schemeClr val="tx1"/>
                  </a:solidFill>
                  <a:effectLst>
                    <a:outerShdw blurRad="38100" dist="19050" dir="2700000" algn="tl" rotWithShape="0">
                      <a:schemeClr val="dk1">
                        <a:alpha val="40000"/>
                      </a:schemeClr>
                    </a:outerShdw>
                  </a:effectLst>
                </a:rPr>
                <a:t>Id number : </a:t>
              </a:r>
              <a:endParaRPr lang="he-IL" sz="2400" b="0" cap="none" spc="0" dirty="0">
                <a:ln w="0"/>
                <a:solidFill>
                  <a:schemeClr val="tx1"/>
                </a:solidFill>
                <a:effectLst>
                  <a:outerShdw blurRad="38100" dist="19050" dir="2700000" algn="tl" rotWithShape="0">
                    <a:schemeClr val="dk1">
                      <a:alpha val="40000"/>
                    </a:schemeClr>
                  </a:outerShdw>
                </a:effectLst>
              </a:endParaRPr>
            </a:p>
          </p:txBody>
        </p:sp>
        <p:sp>
          <p:nvSpPr>
            <p:cNvPr id="12" name="מלבן 11">
              <a:extLst>
                <a:ext uri="{FF2B5EF4-FFF2-40B4-BE49-F238E27FC236}">
                  <a16:creationId xmlns:a16="http://schemas.microsoft.com/office/drawing/2014/main" id="{84DE8F65-E156-9C6F-E81E-81D1638A964A}"/>
                </a:ext>
              </a:extLst>
            </p:cNvPr>
            <p:cNvSpPr/>
            <p:nvPr/>
          </p:nvSpPr>
          <p:spPr>
            <a:xfrm>
              <a:off x="4424039" y="3594569"/>
              <a:ext cx="1601721" cy="461665"/>
            </a:xfrm>
            <a:prstGeom prst="rect">
              <a:avLst/>
            </a:prstGeom>
            <a:noFill/>
          </p:spPr>
          <p:txBody>
            <a:bodyPr wrap="square" lIns="91440" tIns="45720" rIns="91440" bIns="45720">
              <a:spAutoFit/>
            </a:bodyPr>
            <a:lstStyle/>
            <a:p>
              <a:pPr algn="ctr"/>
              <a:r>
                <a:rPr lang="en-US" sz="2400" dirty="0">
                  <a:ln w="0"/>
                  <a:effectLst>
                    <a:outerShdw blurRad="38100" dist="19050" dir="2700000" algn="tl" rotWithShape="0">
                      <a:schemeClr val="dk1">
                        <a:alpha val="40000"/>
                      </a:schemeClr>
                    </a:outerShdw>
                  </a:effectLst>
                </a:rPr>
                <a:t>Password : </a:t>
              </a:r>
              <a:endParaRPr lang="he-IL" sz="2400" b="0" cap="none" spc="0" dirty="0">
                <a:ln w="0"/>
                <a:solidFill>
                  <a:schemeClr val="tx1"/>
                </a:solidFill>
                <a:effectLst>
                  <a:outerShdw blurRad="38100" dist="19050" dir="2700000" algn="tl" rotWithShape="0">
                    <a:schemeClr val="dk1">
                      <a:alpha val="40000"/>
                    </a:schemeClr>
                  </a:outerShdw>
                </a:effectLst>
              </a:endParaRPr>
            </a:p>
          </p:txBody>
        </p:sp>
        <p:sp>
          <p:nvSpPr>
            <p:cNvPr id="13" name="מלבן 12">
              <a:extLst>
                <a:ext uri="{FF2B5EF4-FFF2-40B4-BE49-F238E27FC236}">
                  <a16:creationId xmlns:a16="http://schemas.microsoft.com/office/drawing/2014/main" id="{287B42DB-E7CA-7E3E-083E-5DDDF9B55C34}"/>
                </a:ext>
              </a:extLst>
            </p:cNvPr>
            <p:cNvSpPr/>
            <p:nvPr/>
          </p:nvSpPr>
          <p:spPr>
            <a:xfrm>
              <a:off x="5096865" y="3020693"/>
              <a:ext cx="1215396" cy="369332"/>
            </a:xfrm>
            <a:prstGeom prst="rect">
              <a:avLst/>
            </a:prstGeom>
            <a:noFill/>
          </p:spPr>
          <p:txBody>
            <a:bodyPr wrap="square" lIns="91440" tIns="45720" rIns="91440" bIns="45720">
              <a:spAutoFit/>
            </a:bodyPr>
            <a:lstStyle/>
            <a:p>
              <a:pPr algn="ctr"/>
              <a:r>
                <a:rPr lang="en-US" b="0" cap="none" spc="0"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rPr>
                <a:t>Id number </a:t>
              </a:r>
              <a:endParaRPr lang="he-IL" b="0" cap="none" spc="0"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endParaRPr>
            </a:p>
          </p:txBody>
        </p:sp>
        <p:sp>
          <p:nvSpPr>
            <p:cNvPr id="14" name="מלבן 13">
              <a:extLst>
                <a:ext uri="{FF2B5EF4-FFF2-40B4-BE49-F238E27FC236}">
                  <a16:creationId xmlns:a16="http://schemas.microsoft.com/office/drawing/2014/main" id="{4E4123DE-2C9C-C05C-C7A1-8FB7B30E12DC}"/>
                </a:ext>
              </a:extLst>
            </p:cNvPr>
            <p:cNvSpPr/>
            <p:nvPr/>
          </p:nvSpPr>
          <p:spPr>
            <a:xfrm>
              <a:off x="5096865" y="4081477"/>
              <a:ext cx="1151277" cy="461665"/>
            </a:xfrm>
            <a:prstGeom prst="rect">
              <a:avLst/>
            </a:prstGeom>
            <a:noFill/>
          </p:spPr>
          <p:txBody>
            <a:bodyPr wrap="square" lIns="91440" tIns="45720" rIns="91440" bIns="45720">
              <a:spAutoFit/>
            </a:bodyPr>
            <a:lstStyle/>
            <a:p>
              <a:pPr algn="ctr"/>
              <a:r>
                <a:rPr lang="en-US"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rPr>
                <a:t>Password</a:t>
              </a:r>
              <a:r>
                <a:rPr lang="en-US" sz="2400" dirty="0">
                  <a:ln w="0"/>
                  <a:effectLst>
                    <a:outerShdw blurRad="38100" dist="19050" dir="2700000" algn="tl" rotWithShape="0">
                      <a:schemeClr val="dk1">
                        <a:alpha val="40000"/>
                      </a:schemeClr>
                    </a:outerShdw>
                  </a:effectLst>
                </a:rPr>
                <a:t> </a:t>
              </a:r>
              <a:endParaRPr lang="he-IL" sz="2400" b="0" cap="none" spc="0" dirty="0">
                <a:ln w="0"/>
                <a:solidFill>
                  <a:schemeClr val="tx1"/>
                </a:solidFill>
                <a:effectLst>
                  <a:outerShdw blurRad="38100" dist="19050" dir="2700000" algn="tl" rotWithShape="0">
                    <a:schemeClr val="dk1">
                      <a:alpha val="40000"/>
                    </a:schemeClr>
                  </a:outerShdw>
                </a:effectLst>
              </a:endParaRPr>
            </a:p>
          </p:txBody>
        </p:sp>
        <p:pic>
          <p:nvPicPr>
            <p:cNvPr id="15" name="גרפיקה 14" descr="נעל">
              <a:extLst>
                <a:ext uri="{FF2B5EF4-FFF2-40B4-BE49-F238E27FC236}">
                  <a16:creationId xmlns:a16="http://schemas.microsoft.com/office/drawing/2014/main" id="{271FA38C-3092-F4E1-9777-F5823CD334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61397" y="4129177"/>
              <a:ext cx="417345" cy="417345"/>
            </a:xfrm>
            <a:prstGeom prst="rect">
              <a:avLst/>
            </a:prstGeom>
          </p:spPr>
        </p:pic>
        <p:pic>
          <p:nvPicPr>
            <p:cNvPr id="16" name="גרפיקה 15" descr="משתמש">
              <a:extLst>
                <a:ext uri="{FF2B5EF4-FFF2-40B4-BE49-F238E27FC236}">
                  <a16:creationId xmlns:a16="http://schemas.microsoft.com/office/drawing/2014/main" id="{D37AE115-FD33-FF86-FD71-73944EE841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68328" y="2989557"/>
              <a:ext cx="450435" cy="450435"/>
            </a:xfrm>
            <a:prstGeom prst="rect">
              <a:avLst/>
            </a:prstGeom>
          </p:spPr>
        </p:pic>
        <p:sp>
          <p:nvSpPr>
            <p:cNvPr id="17" name="מלבן 16">
              <a:extLst>
                <a:ext uri="{FF2B5EF4-FFF2-40B4-BE49-F238E27FC236}">
                  <a16:creationId xmlns:a16="http://schemas.microsoft.com/office/drawing/2014/main" id="{F58667DD-2279-0F29-C564-55EDE01D4F44}"/>
                </a:ext>
              </a:extLst>
            </p:cNvPr>
            <p:cNvSpPr/>
            <p:nvPr/>
          </p:nvSpPr>
          <p:spPr>
            <a:xfrm>
              <a:off x="4702534" y="4857874"/>
              <a:ext cx="1542410" cy="307777"/>
            </a:xfrm>
            <a:prstGeom prst="rect">
              <a:avLst/>
            </a:prstGeom>
            <a:noFill/>
          </p:spPr>
          <p:txBody>
            <a:bodyPr wrap="square" lIns="91440" tIns="45720" rIns="91440" bIns="45720">
              <a:spAutoFit/>
            </a:bodyPr>
            <a:lstStyle/>
            <a:p>
              <a:pPr algn="ctr"/>
              <a:r>
                <a:rPr lang="en-US" sz="1400" dirty="0">
                  <a:ln w="0"/>
                  <a:effectLst>
                    <a:outerShdw blurRad="38100" dist="19050" dir="2700000" algn="tl" rotWithShape="0">
                      <a:schemeClr val="dk1">
                        <a:alpha val="40000"/>
                      </a:schemeClr>
                    </a:outerShdw>
                  </a:effectLst>
                </a:rPr>
                <a:t>Remember me</a:t>
              </a:r>
              <a:r>
                <a:rPr lang="en-US" sz="1400" b="0" cap="none" spc="0" dirty="0">
                  <a:ln w="0"/>
                  <a:solidFill>
                    <a:schemeClr val="tx1"/>
                  </a:solidFill>
                  <a:effectLst>
                    <a:outerShdw blurRad="38100" dist="19050" dir="2700000" algn="tl" rotWithShape="0">
                      <a:schemeClr val="dk1">
                        <a:alpha val="40000"/>
                      </a:schemeClr>
                    </a:outerShdw>
                  </a:effectLst>
                </a:rPr>
                <a:t> </a:t>
              </a:r>
              <a:endParaRPr lang="he-IL" sz="1400" b="0" cap="none" spc="0" dirty="0">
                <a:ln w="0"/>
                <a:solidFill>
                  <a:schemeClr val="tx1"/>
                </a:solidFill>
                <a:effectLst>
                  <a:outerShdw blurRad="38100" dist="19050" dir="2700000" algn="tl" rotWithShape="0">
                    <a:schemeClr val="dk1">
                      <a:alpha val="40000"/>
                    </a:schemeClr>
                  </a:outerShdw>
                </a:effectLst>
              </a:endParaRPr>
            </a:p>
          </p:txBody>
        </p:sp>
        <p:sp>
          <p:nvSpPr>
            <p:cNvPr id="18" name="מלבן 17">
              <a:extLst>
                <a:ext uri="{FF2B5EF4-FFF2-40B4-BE49-F238E27FC236}">
                  <a16:creationId xmlns:a16="http://schemas.microsoft.com/office/drawing/2014/main" id="{35B3B3F0-E750-9F0D-3B7E-832BB624CAC8}"/>
                </a:ext>
              </a:extLst>
            </p:cNvPr>
            <p:cNvSpPr/>
            <p:nvPr/>
          </p:nvSpPr>
          <p:spPr>
            <a:xfrm>
              <a:off x="6351190" y="4857874"/>
              <a:ext cx="1773242" cy="307777"/>
            </a:xfrm>
            <a:prstGeom prst="rect">
              <a:avLst/>
            </a:prstGeom>
            <a:noFill/>
          </p:spPr>
          <p:txBody>
            <a:bodyPr wrap="square" lIns="91440" tIns="45720" rIns="91440" bIns="45720">
              <a:spAutoFit/>
            </a:bodyPr>
            <a:lstStyle/>
            <a:p>
              <a:pPr algn="ctr"/>
              <a:r>
                <a:rPr lang="en-US" sz="1400" dirty="0">
                  <a:ln w="0">
                    <a:solidFill>
                      <a:srgbClr val="0070C0"/>
                    </a:solidFill>
                  </a:ln>
                  <a:solidFill>
                    <a:srgbClr val="0070C0"/>
                  </a:solidFill>
                  <a:effectLst>
                    <a:outerShdw blurRad="38100" dist="19050" dir="2700000" algn="tl" rotWithShape="0">
                      <a:schemeClr val="dk1">
                        <a:alpha val="40000"/>
                      </a:schemeClr>
                    </a:outerShdw>
                  </a:effectLst>
                </a:rPr>
                <a:t>Forgot password?</a:t>
              </a:r>
              <a:r>
                <a:rPr lang="en-US" sz="1400" b="0" cap="none" spc="0" dirty="0">
                  <a:ln w="0">
                    <a:solidFill>
                      <a:srgbClr val="0070C0"/>
                    </a:solidFill>
                  </a:ln>
                  <a:solidFill>
                    <a:srgbClr val="0070C0"/>
                  </a:solidFill>
                  <a:effectLst>
                    <a:outerShdw blurRad="38100" dist="19050" dir="2700000" algn="tl" rotWithShape="0">
                      <a:schemeClr val="dk1">
                        <a:alpha val="40000"/>
                      </a:schemeClr>
                    </a:outerShdw>
                  </a:effectLst>
                </a:rPr>
                <a:t> </a:t>
              </a:r>
              <a:endParaRPr lang="he-IL" sz="1400" b="0" cap="none" spc="0" dirty="0">
                <a:ln w="0">
                  <a:solidFill>
                    <a:srgbClr val="0070C0"/>
                  </a:solidFill>
                </a:ln>
                <a:solidFill>
                  <a:srgbClr val="0070C0"/>
                </a:solidFill>
                <a:effectLst>
                  <a:outerShdw blurRad="38100" dist="19050" dir="2700000" algn="tl" rotWithShape="0">
                    <a:schemeClr val="dk1">
                      <a:alpha val="40000"/>
                    </a:schemeClr>
                  </a:outerShdw>
                </a:effectLst>
              </a:endParaRPr>
            </a:p>
          </p:txBody>
        </p:sp>
        <p:sp>
          <p:nvSpPr>
            <p:cNvPr id="19" name="מלבן 18">
              <a:extLst>
                <a:ext uri="{FF2B5EF4-FFF2-40B4-BE49-F238E27FC236}">
                  <a16:creationId xmlns:a16="http://schemas.microsoft.com/office/drawing/2014/main" id="{0BE9E992-E17E-D2CB-E708-20630EF387E9}"/>
                </a:ext>
              </a:extLst>
            </p:cNvPr>
            <p:cNvSpPr/>
            <p:nvPr/>
          </p:nvSpPr>
          <p:spPr>
            <a:xfrm>
              <a:off x="4568328" y="4949688"/>
              <a:ext cx="134206" cy="1292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Tree>
    <p:extLst>
      <p:ext uri="{BB962C8B-B14F-4D97-AF65-F5344CB8AC3E}">
        <p14:creationId xmlns:p14="http://schemas.microsoft.com/office/powerpoint/2010/main" val="12393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FEBFD5E-D34E-4140-55D6-C0398AD819F3}"/>
              </a:ext>
            </a:extLst>
          </p:cNvPr>
          <p:cNvSpPr>
            <a:spLocks noGrp="1"/>
          </p:cNvSpPr>
          <p:nvPr>
            <p:ph type="title"/>
          </p:nvPr>
        </p:nvSpPr>
        <p:spPr/>
        <p:txBody>
          <a:bodyPr/>
          <a:lstStyle/>
          <a:p>
            <a:r>
              <a:rPr lang="he-IL" dirty="0"/>
              <a:t>כניסת מורות – בשלב ראשוני רק מחנכות</a:t>
            </a:r>
          </a:p>
        </p:txBody>
      </p:sp>
      <p:sp>
        <p:nvSpPr>
          <p:cNvPr id="3" name="מציין מיקום תוכן 2">
            <a:extLst>
              <a:ext uri="{FF2B5EF4-FFF2-40B4-BE49-F238E27FC236}">
                <a16:creationId xmlns:a16="http://schemas.microsoft.com/office/drawing/2014/main" id="{3BEC4C64-A6E0-BCEB-46B2-CE05A2A5A3B1}"/>
              </a:ext>
            </a:extLst>
          </p:cNvPr>
          <p:cNvSpPr>
            <a:spLocks noGrp="1"/>
          </p:cNvSpPr>
          <p:nvPr>
            <p:ph idx="1"/>
          </p:nvPr>
        </p:nvSpPr>
        <p:spPr/>
        <p:txBody>
          <a:bodyPr/>
          <a:lstStyle/>
          <a:p>
            <a:r>
              <a:rPr lang="he-IL" dirty="0"/>
              <a:t>צפיה בנתוני התלמידות של המורה</a:t>
            </a:r>
          </a:p>
          <a:p>
            <a:r>
              <a:rPr lang="he-IL" dirty="0"/>
              <a:t>ניתן לראות שם תלמידה מס' נקודות מס' שוברים ושוברי בועה </a:t>
            </a:r>
          </a:p>
          <a:p>
            <a:r>
              <a:rPr lang="he-IL" dirty="0"/>
              <a:t>בלחיצה על תלמידה מגיעים לכרטיס האישי שלה </a:t>
            </a:r>
          </a:p>
        </p:txBody>
      </p:sp>
    </p:spTree>
    <p:extLst>
      <p:ext uri="{BB962C8B-B14F-4D97-AF65-F5344CB8AC3E}">
        <p14:creationId xmlns:p14="http://schemas.microsoft.com/office/powerpoint/2010/main" val="459599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0D6FB60-312D-2125-529B-E2F6705703B6}"/>
              </a:ext>
            </a:extLst>
          </p:cNvPr>
          <p:cNvSpPr>
            <a:spLocks noGrp="1"/>
          </p:cNvSpPr>
          <p:nvPr>
            <p:ph type="title"/>
          </p:nvPr>
        </p:nvSpPr>
        <p:spPr/>
        <p:txBody>
          <a:bodyPr/>
          <a:lstStyle/>
          <a:p>
            <a:r>
              <a:rPr lang="he-IL" dirty="0"/>
              <a:t>פרטי תלמידה </a:t>
            </a:r>
          </a:p>
        </p:txBody>
      </p:sp>
      <p:sp>
        <p:nvSpPr>
          <p:cNvPr id="3" name="מציין מיקום תוכן 2">
            <a:extLst>
              <a:ext uri="{FF2B5EF4-FFF2-40B4-BE49-F238E27FC236}">
                <a16:creationId xmlns:a16="http://schemas.microsoft.com/office/drawing/2014/main" id="{6CF1FEE2-0CB2-AE9F-C083-DE1DC56A5000}"/>
              </a:ext>
            </a:extLst>
          </p:cNvPr>
          <p:cNvSpPr>
            <a:spLocks noGrp="1"/>
          </p:cNvSpPr>
          <p:nvPr>
            <p:ph idx="1"/>
          </p:nvPr>
        </p:nvSpPr>
        <p:spPr/>
        <p:txBody>
          <a:bodyPr/>
          <a:lstStyle/>
          <a:p>
            <a:r>
              <a:rPr lang="he-IL" dirty="0"/>
              <a:t>הפרטים של התלמידה בגדול </a:t>
            </a:r>
          </a:p>
          <a:p>
            <a:r>
              <a:rPr lang="he-IL" dirty="0"/>
              <a:t>ניתן לשנות את מספר הנקודות </a:t>
            </a:r>
          </a:p>
          <a:p>
            <a:r>
              <a:rPr lang="he-IL" dirty="0"/>
              <a:t>ניתן לשנות את מספר השוברים </a:t>
            </a:r>
          </a:p>
          <a:p>
            <a:r>
              <a:rPr lang="he-IL" dirty="0"/>
              <a:t>ניתן לשנות את מספר שוברי הבועה </a:t>
            </a:r>
          </a:p>
          <a:p>
            <a:r>
              <a:rPr lang="he-IL" dirty="0"/>
              <a:t>מוצג מספר השוברים שאמור להיות לה לפי הנקודות </a:t>
            </a:r>
          </a:p>
          <a:p>
            <a:r>
              <a:rPr lang="he-IL" dirty="0"/>
              <a:t>כפתור שמירה שינויים </a:t>
            </a:r>
          </a:p>
          <a:p>
            <a:pPr marL="0" indent="0">
              <a:buNone/>
            </a:pPr>
            <a:endParaRPr lang="he-IL" dirty="0"/>
          </a:p>
        </p:txBody>
      </p:sp>
    </p:spTree>
    <p:extLst>
      <p:ext uri="{BB962C8B-B14F-4D97-AF65-F5344CB8AC3E}">
        <p14:creationId xmlns:p14="http://schemas.microsoft.com/office/powerpoint/2010/main" val="4026757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9A99409-B62F-F01A-E367-EA12225A1331}"/>
              </a:ext>
            </a:extLst>
          </p:cNvPr>
          <p:cNvSpPr>
            <a:spLocks noGrp="1"/>
          </p:cNvSpPr>
          <p:nvPr>
            <p:ph type="title"/>
          </p:nvPr>
        </p:nvSpPr>
        <p:spPr/>
        <p:txBody>
          <a:bodyPr/>
          <a:lstStyle/>
          <a:p>
            <a:r>
              <a:rPr lang="he-IL" dirty="0"/>
              <a:t>כניסת מנהלת אתר – צוות ניהולי </a:t>
            </a:r>
          </a:p>
        </p:txBody>
      </p:sp>
      <p:sp>
        <p:nvSpPr>
          <p:cNvPr id="3" name="מציין מיקום תוכן 2">
            <a:extLst>
              <a:ext uri="{FF2B5EF4-FFF2-40B4-BE49-F238E27FC236}">
                <a16:creationId xmlns:a16="http://schemas.microsoft.com/office/drawing/2014/main" id="{60325346-9797-A151-A805-E4B6F8D7BBAB}"/>
              </a:ext>
            </a:extLst>
          </p:cNvPr>
          <p:cNvSpPr>
            <a:spLocks noGrp="1"/>
          </p:cNvSpPr>
          <p:nvPr>
            <p:ph idx="1"/>
          </p:nvPr>
        </p:nvSpPr>
        <p:spPr/>
        <p:txBody>
          <a:bodyPr/>
          <a:lstStyle/>
          <a:p>
            <a:r>
              <a:rPr lang="he-IL" dirty="0"/>
              <a:t>יתבצע בשלב עתידי </a:t>
            </a:r>
          </a:p>
          <a:p>
            <a:r>
              <a:rPr lang="he-IL" dirty="0"/>
              <a:t>הוקמה תשתית להקמה </a:t>
            </a:r>
          </a:p>
        </p:txBody>
      </p:sp>
    </p:spTree>
    <p:extLst>
      <p:ext uri="{BB962C8B-B14F-4D97-AF65-F5344CB8AC3E}">
        <p14:creationId xmlns:p14="http://schemas.microsoft.com/office/powerpoint/2010/main" val="3570078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B8C7D03-B858-92EF-B427-41B9AF920CCE}"/>
              </a:ext>
            </a:extLst>
          </p:cNvPr>
          <p:cNvSpPr>
            <a:spLocks noGrp="1"/>
          </p:cNvSpPr>
          <p:nvPr>
            <p:ph type="title"/>
          </p:nvPr>
        </p:nvSpPr>
        <p:spPr/>
        <p:txBody>
          <a:bodyPr/>
          <a:lstStyle/>
          <a:p>
            <a:r>
              <a:rPr lang="he-IL" dirty="0"/>
              <a:t>כניסת תלמידות – מסך מצב אישי</a:t>
            </a:r>
          </a:p>
        </p:txBody>
      </p:sp>
      <p:sp>
        <p:nvSpPr>
          <p:cNvPr id="3" name="מציין מיקום תוכן 2">
            <a:extLst>
              <a:ext uri="{FF2B5EF4-FFF2-40B4-BE49-F238E27FC236}">
                <a16:creationId xmlns:a16="http://schemas.microsoft.com/office/drawing/2014/main" id="{5247E59C-293D-6310-2988-8E2F632D9F09}"/>
              </a:ext>
            </a:extLst>
          </p:cNvPr>
          <p:cNvSpPr>
            <a:spLocks noGrp="1"/>
          </p:cNvSpPr>
          <p:nvPr>
            <p:ph idx="1"/>
          </p:nvPr>
        </p:nvSpPr>
        <p:spPr/>
        <p:txBody>
          <a:bodyPr/>
          <a:lstStyle/>
          <a:p>
            <a:r>
              <a:rPr lang="he-IL" dirty="0"/>
              <a:t>צפיה במצב האישי של התלמידה ( בהמשך מצב התקדמות גרפים וכו')</a:t>
            </a:r>
          </a:p>
          <a:p>
            <a:r>
              <a:rPr lang="he-IL" dirty="0"/>
              <a:t>צפיה במספר הנקודות, השוברים והבועה </a:t>
            </a:r>
          </a:p>
          <a:p>
            <a:r>
              <a:rPr lang="he-IL" dirty="0"/>
              <a:t>צפיה בהארות שהמורות כתבו</a:t>
            </a:r>
          </a:p>
          <a:p>
            <a:r>
              <a:rPr lang="he-IL" dirty="0"/>
              <a:t>כפתור מעבר לקיוסק </a:t>
            </a:r>
          </a:p>
          <a:p>
            <a:r>
              <a:rPr lang="he-IL" dirty="0"/>
              <a:t>בהמשך מעבר לתגמול החודשי רעיונות לשיפור והוספת מוצרים </a:t>
            </a:r>
          </a:p>
        </p:txBody>
      </p:sp>
    </p:spTree>
    <p:extLst>
      <p:ext uri="{BB962C8B-B14F-4D97-AF65-F5344CB8AC3E}">
        <p14:creationId xmlns:p14="http://schemas.microsoft.com/office/powerpoint/2010/main" val="307850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D483F29-B6D7-02F2-1921-797F5A338BB5}"/>
              </a:ext>
            </a:extLst>
          </p:cNvPr>
          <p:cNvSpPr>
            <a:spLocks noGrp="1"/>
          </p:cNvSpPr>
          <p:nvPr>
            <p:ph type="title"/>
          </p:nvPr>
        </p:nvSpPr>
        <p:spPr/>
        <p:txBody>
          <a:bodyPr/>
          <a:lstStyle/>
          <a:p>
            <a:r>
              <a:rPr lang="he-IL" dirty="0"/>
              <a:t>כניסת תלמידות - הקיוסק</a:t>
            </a:r>
          </a:p>
        </p:txBody>
      </p:sp>
      <p:sp>
        <p:nvSpPr>
          <p:cNvPr id="3" name="מציין מיקום תוכן 2">
            <a:extLst>
              <a:ext uri="{FF2B5EF4-FFF2-40B4-BE49-F238E27FC236}">
                <a16:creationId xmlns:a16="http://schemas.microsoft.com/office/drawing/2014/main" id="{927EFC5C-B47B-DA8D-7FD5-B0C87E4C5790}"/>
              </a:ext>
            </a:extLst>
          </p:cNvPr>
          <p:cNvSpPr>
            <a:spLocks noGrp="1"/>
          </p:cNvSpPr>
          <p:nvPr>
            <p:ph idx="1"/>
          </p:nvPr>
        </p:nvSpPr>
        <p:spPr/>
        <p:txBody>
          <a:bodyPr/>
          <a:lstStyle/>
          <a:p>
            <a:r>
              <a:rPr lang="he-IL" dirty="0"/>
              <a:t>צפיה בכל המוצרים </a:t>
            </a:r>
          </a:p>
          <a:p>
            <a:r>
              <a:rPr lang="he-IL" dirty="0"/>
              <a:t>אפשרויות סינון על פי קטגוריות</a:t>
            </a:r>
          </a:p>
          <a:p>
            <a:r>
              <a:rPr lang="he-IL" dirty="0"/>
              <a:t>אפשרויות סינון על פי המוצרים החדשים ביותר, הנמכרים ביותר ועוד </a:t>
            </a:r>
          </a:p>
          <a:p>
            <a:r>
              <a:rPr lang="he-IL" dirty="0"/>
              <a:t>לחיצה על מוצר עוברת למסך מוצר </a:t>
            </a:r>
          </a:p>
          <a:p>
            <a:r>
              <a:rPr lang="he-IL" dirty="0"/>
              <a:t>אפשרות למעבר לסל הקניות </a:t>
            </a:r>
          </a:p>
          <a:p>
            <a:r>
              <a:rPr lang="he-IL" dirty="0"/>
              <a:t>אפשרות למעבר לתשלום </a:t>
            </a:r>
          </a:p>
          <a:p>
            <a:r>
              <a:rPr lang="he-IL" dirty="0"/>
              <a:t>אפשרות חזרה לפרופיל </a:t>
            </a:r>
          </a:p>
        </p:txBody>
      </p:sp>
    </p:spTree>
    <p:extLst>
      <p:ext uri="{BB962C8B-B14F-4D97-AF65-F5344CB8AC3E}">
        <p14:creationId xmlns:p14="http://schemas.microsoft.com/office/powerpoint/2010/main" val="5679782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5F06B6-05D2-971C-3551-9BDBBEF4B860}"/>
              </a:ext>
            </a:extLst>
          </p:cNvPr>
          <p:cNvSpPr>
            <a:spLocks noGrp="1"/>
          </p:cNvSpPr>
          <p:nvPr>
            <p:ph type="title"/>
          </p:nvPr>
        </p:nvSpPr>
        <p:spPr/>
        <p:txBody>
          <a:bodyPr/>
          <a:lstStyle/>
          <a:p>
            <a:r>
              <a:rPr lang="he-IL" dirty="0"/>
              <a:t>כניסת תלמידות – עמוד מוצר</a:t>
            </a:r>
          </a:p>
        </p:txBody>
      </p:sp>
      <p:sp>
        <p:nvSpPr>
          <p:cNvPr id="3" name="מציין מיקום תוכן 2">
            <a:extLst>
              <a:ext uri="{FF2B5EF4-FFF2-40B4-BE49-F238E27FC236}">
                <a16:creationId xmlns:a16="http://schemas.microsoft.com/office/drawing/2014/main" id="{A689539C-3472-9018-7A08-17CC6D7DDEBE}"/>
              </a:ext>
            </a:extLst>
          </p:cNvPr>
          <p:cNvSpPr>
            <a:spLocks noGrp="1"/>
          </p:cNvSpPr>
          <p:nvPr>
            <p:ph idx="1"/>
          </p:nvPr>
        </p:nvSpPr>
        <p:spPr/>
        <p:txBody>
          <a:bodyPr/>
          <a:lstStyle/>
          <a:p>
            <a:r>
              <a:rPr lang="he-IL" dirty="0"/>
              <a:t>פרטי המוצר והתמונה בגדול </a:t>
            </a:r>
          </a:p>
          <a:p>
            <a:r>
              <a:rPr lang="he-IL" dirty="0"/>
              <a:t>אפשרות להוספה לסל הקניות </a:t>
            </a:r>
          </a:p>
          <a:p>
            <a:r>
              <a:rPr lang="he-IL" dirty="0"/>
              <a:t>אפשרות לחזרה לעמוד הקיוסק </a:t>
            </a:r>
          </a:p>
          <a:p>
            <a:pPr marL="0" indent="0">
              <a:buNone/>
            </a:pPr>
            <a:endParaRPr lang="he-IL" dirty="0"/>
          </a:p>
        </p:txBody>
      </p:sp>
    </p:spTree>
    <p:extLst>
      <p:ext uri="{BB962C8B-B14F-4D97-AF65-F5344CB8AC3E}">
        <p14:creationId xmlns:p14="http://schemas.microsoft.com/office/powerpoint/2010/main" val="2730816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BDCEDCE-6727-1211-5701-FCA2B4538D89}"/>
              </a:ext>
            </a:extLst>
          </p:cNvPr>
          <p:cNvSpPr>
            <a:spLocks noGrp="1"/>
          </p:cNvSpPr>
          <p:nvPr>
            <p:ph type="title"/>
          </p:nvPr>
        </p:nvSpPr>
        <p:spPr/>
        <p:txBody>
          <a:bodyPr/>
          <a:lstStyle/>
          <a:p>
            <a:r>
              <a:rPr lang="he-IL" dirty="0"/>
              <a:t>כניסת תלמידות – סל הקניות </a:t>
            </a:r>
          </a:p>
        </p:txBody>
      </p:sp>
      <p:sp>
        <p:nvSpPr>
          <p:cNvPr id="3" name="מציין מיקום תוכן 2">
            <a:extLst>
              <a:ext uri="{FF2B5EF4-FFF2-40B4-BE49-F238E27FC236}">
                <a16:creationId xmlns:a16="http://schemas.microsoft.com/office/drawing/2014/main" id="{752A6DB4-0556-934E-B85A-7ED3EBB064A7}"/>
              </a:ext>
            </a:extLst>
          </p:cNvPr>
          <p:cNvSpPr>
            <a:spLocks noGrp="1"/>
          </p:cNvSpPr>
          <p:nvPr>
            <p:ph idx="1"/>
          </p:nvPr>
        </p:nvSpPr>
        <p:spPr/>
        <p:txBody>
          <a:bodyPr/>
          <a:lstStyle/>
          <a:p>
            <a:r>
              <a:rPr lang="he-IL" dirty="0"/>
              <a:t>צפיה בכל הפריטים בסל </a:t>
            </a:r>
          </a:p>
          <a:p>
            <a:r>
              <a:rPr lang="he-IL" dirty="0"/>
              <a:t>על כל פריט אפשרות למחוק אותו מהסל</a:t>
            </a:r>
          </a:p>
          <a:p>
            <a:r>
              <a:rPr lang="he-IL" dirty="0"/>
              <a:t>צפיה בכמות השוברים הכללית של הקניה </a:t>
            </a:r>
          </a:p>
          <a:p>
            <a:r>
              <a:rPr lang="he-IL" dirty="0"/>
              <a:t>כפתור לסיום הזמנה – בעת לחיצה עליו תוצג הודעת הזהרה "אין החלפות והחזרות כלל!" לחיצה על אישור בהודעת ההזהרה תעדכן את כמות השוברים ותשלח מייל לצוות ניהול על ביצוע הזמנה התלמידה תקבל מספר הזמנה לצורך אימות ההזמנה – זמני בשלב עתידי יותר יהיה ממשק ניהול ולשם ישלחו הזמנות שצריכות טיפול</a:t>
            </a:r>
          </a:p>
          <a:p>
            <a:r>
              <a:rPr lang="he-IL" dirty="0"/>
              <a:t>כפתור לחזרה לעמוד הקיוסק </a:t>
            </a:r>
          </a:p>
          <a:p>
            <a:endParaRPr lang="he-IL" dirty="0"/>
          </a:p>
        </p:txBody>
      </p:sp>
    </p:spTree>
    <p:extLst>
      <p:ext uri="{BB962C8B-B14F-4D97-AF65-F5344CB8AC3E}">
        <p14:creationId xmlns:p14="http://schemas.microsoft.com/office/powerpoint/2010/main" val="33726859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0506D07-20CE-0926-DCCB-18C9312D022E}"/>
              </a:ext>
            </a:extLst>
          </p:cNvPr>
          <p:cNvSpPr>
            <a:spLocks noGrp="1"/>
          </p:cNvSpPr>
          <p:nvPr>
            <p:ph type="title"/>
          </p:nvPr>
        </p:nvSpPr>
        <p:spPr>
          <a:xfrm>
            <a:off x="838200" y="3032910"/>
            <a:ext cx="10515600" cy="1325563"/>
          </a:xfrm>
        </p:spPr>
        <p:txBody>
          <a:bodyPr>
            <a:normAutofit/>
          </a:bodyPr>
          <a:lstStyle/>
          <a:p>
            <a:pPr algn="ctr"/>
            <a:r>
              <a:rPr lang="he-IL" sz="4800" dirty="0"/>
              <a:t>תודה רבה !</a:t>
            </a:r>
          </a:p>
        </p:txBody>
      </p:sp>
      <p:pic>
        <p:nvPicPr>
          <p:cNvPr id="4" name="תמונה 3">
            <a:extLst>
              <a:ext uri="{FF2B5EF4-FFF2-40B4-BE49-F238E27FC236}">
                <a16:creationId xmlns:a16="http://schemas.microsoft.com/office/drawing/2014/main" id="{4F9EF8B7-6A9F-B447-B80C-15D9F1A2BB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Tree>
    <p:extLst>
      <p:ext uri="{BB962C8B-B14F-4D97-AF65-F5344CB8AC3E}">
        <p14:creationId xmlns:p14="http://schemas.microsoft.com/office/powerpoint/2010/main" val="12047339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מלבן 5">
            <a:extLst>
              <a:ext uri="{FF2B5EF4-FFF2-40B4-BE49-F238E27FC236}">
                <a16:creationId xmlns:a16="http://schemas.microsoft.com/office/drawing/2014/main" id="{0558B633-D71C-4C7C-291F-FED7F61B21B1}"/>
              </a:ext>
            </a:extLst>
          </p:cNvPr>
          <p:cNvSpPr/>
          <p:nvPr/>
        </p:nvSpPr>
        <p:spPr>
          <a:xfrm>
            <a:off x="5486400" y="84841"/>
            <a:ext cx="1857080" cy="678730"/>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מלבן 6">
            <a:extLst>
              <a:ext uri="{FF2B5EF4-FFF2-40B4-BE49-F238E27FC236}">
                <a16:creationId xmlns:a16="http://schemas.microsoft.com/office/drawing/2014/main" id="{D07F6B8E-6076-A314-CC4A-971653C0E912}"/>
              </a:ext>
            </a:extLst>
          </p:cNvPr>
          <p:cNvSpPr/>
          <p:nvPr/>
        </p:nvSpPr>
        <p:spPr>
          <a:xfrm>
            <a:off x="5577210" y="254929"/>
            <a:ext cx="1675459"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התחברות למערכת</a:t>
            </a:r>
          </a:p>
        </p:txBody>
      </p:sp>
      <p:cxnSp>
        <p:nvCxnSpPr>
          <p:cNvPr id="9" name="מחבר חץ ישר 8">
            <a:extLst>
              <a:ext uri="{FF2B5EF4-FFF2-40B4-BE49-F238E27FC236}">
                <a16:creationId xmlns:a16="http://schemas.microsoft.com/office/drawing/2014/main" id="{5995E033-F89A-204F-A7AA-8DB60147C26F}"/>
              </a:ext>
            </a:extLst>
          </p:cNvPr>
          <p:cNvCxnSpPr>
            <a:cxnSpLocks/>
          </p:cNvCxnSpPr>
          <p:nvPr/>
        </p:nvCxnSpPr>
        <p:spPr>
          <a:xfrm flipH="1">
            <a:off x="2403835" y="763571"/>
            <a:ext cx="3692165"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מחבר חץ ישר 9">
            <a:extLst>
              <a:ext uri="{FF2B5EF4-FFF2-40B4-BE49-F238E27FC236}">
                <a16:creationId xmlns:a16="http://schemas.microsoft.com/office/drawing/2014/main" id="{718119C5-4C65-EC7C-08C3-E3E47EC01517}"/>
              </a:ext>
            </a:extLst>
          </p:cNvPr>
          <p:cNvCxnSpPr>
            <a:cxnSpLocks/>
          </p:cNvCxnSpPr>
          <p:nvPr/>
        </p:nvCxnSpPr>
        <p:spPr>
          <a:xfrm>
            <a:off x="6429079" y="763571"/>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מחבר חץ ישר 14">
            <a:extLst>
              <a:ext uri="{FF2B5EF4-FFF2-40B4-BE49-F238E27FC236}">
                <a16:creationId xmlns:a16="http://schemas.microsoft.com/office/drawing/2014/main" id="{C528C623-9414-B3E0-B94D-2568DD3562B6}"/>
              </a:ext>
            </a:extLst>
          </p:cNvPr>
          <p:cNvCxnSpPr>
            <a:cxnSpLocks/>
          </p:cNvCxnSpPr>
          <p:nvPr/>
        </p:nvCxnSpPr>
        <p:spPr>
          <a:xfrm flipH="1" flipV="1">
            <a:off x="6698529" y="784577"/>
            <a:ext cx="3557440" cy="34663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מלבן 17">
            <a:extLst>
              <a:ext uri="{FF2B5EF4-FFF2-40B4-BE49-F238E27FC236}">
                <a16:creationId xmlns:a16="http://schemas.microsoft.com/office/drawing/2014/main" id="{01028E91-B88C-A4D8-E753-80C3864A2F34}"/>
              </a:ext>
            </a:extLst>
          </p:cNvPr>
          <p:cNvSpPr/>
          <p:nvPr/>
        </p:nvSpPr>
        <p:spPr>
          <a:xfrm>
            <a:off x="9954705" y="1131216"/>
            <a:ext cx="1538140" cy="471341"/>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9" name="מלבן 18">
            <a:extLst>
              <a:ext uri="{FF2B5EF4-FFF2-40B4-BE49-F238E27FC236}">
                <a16:creationId xmlns:a16="http://schemas.microsoft.com/office/drawing/2014/main" id="{CB609F32-2C63-B79C-7827-E9CAC95A52B9}"/>
              </a:ext>
            </a:extLst>
          </p:cNvPr>
          <p:cNvSpPr/>
          <p:nvPr/>
        </p:nvSpPr>
        <p:spPr>
          <a:xfrm>
            <a:off x="1710934" y="1141984"/>
            <a:ext cx="1538140" cy="471341"/>
          </a:xfrm>
          <a:prstGeom prst="rect">
            <a:avLst/>
          </a:prstGeom>
          <a:solidFill>
            <a:schemeClr val="accent4">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0" name="מלבן 19">
            <a:extLst>
              <a:ext uri="{FF2B5EF4-FFF2-40B4-BE49-F238E27FC236}">
                <a16:creationId xmlns:a16="http://schemas.microsoft.com/office/drawing/2014/main" id="{FFDEDADF-CFAE-2F60-E273-BA7D8D14F29B}"/>
              </a:ext>
            </a:extLst>
          </p:cNvPr>
          <p:cNvSpPr/>
          <p:nvPr/>
        </p:nvSpPr>
        <p:spPr>
          <a:xfrm>
            <a:off x="5794735" y="1132557"/>
            <a:ext cx="1538140" cy="471341"/>
          </a:xfrm>
          <a:prstGeom prst="rect">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2" name="מלבן 21">
            <a:extLst>
              <a:ext uri="{FF2B5EF4-FFF2-40B4-BE49-F238E27FC236}">
                <a16:creationId xmlns:a16="http://schemas.microsoft.com/office/drawing/2014/main" id="{DAF9FF1D-25C8-DF99-2D58-405CE4B56072}"/>
              </a:ext>
            </a:extLst>
          </p:cNvPr>
          <p:cNvSpPr/>
          <p:nvPr/>
        </p:nvSpPr>
        <p:spPr>
          <a:xfrm>
            <a:off x="10270767" y="1161649"/>
            <a:ext cx="906018"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מורות</a:t>
            </a:r>
          </a:p>
        </p:txBody>
      </p:sp>
      <p:sp>
        <p:nvSpPr>
          <p:cNvPr id="23" name="מלבן 22">
            <a:extLst>
              <a:ext uri="{FF2B5EF4-FFF2-40B4-BE49-F238E27FC236}">
                <a16:creationId xmlns:a16="http://schemas.microsoft.com/office/drawing/2014/main" id="{384F41DF-960A-2766-B7D5-3E330E0D0736}"/>
              </a:ext>
            </a:extLst>
          </p:cNvPr>
          <p:cNvSpPr/>
          <p:nvPr/>
        </p:nvSpPr>
        <p:spPr>
          <a:xfrm>
            <a:off x="5974478" y="1188359"/>
            <a:ext cx="1132041"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תלמידות</a:t>
            </a:r>
          </a:p>
        </p:txBody>
      </p:sp>
      <p:sp>
        <p:nvSpPr>
          <p:cNvPr id="24" name="מלבן 23">
            <a:extLst>
              <a:ext uri="{FF2B5EF4-FFF2-40B4-BE49-F238E27FC236}">
                <a16:creationId xmlns:a16="http://schemas.microsoft.com/office/drawing/2014/main" id="{06D7706E-4422-2808-A1E8-22C828A08854}"/>
              </a:ext>
            </a:extLst>
          </p:cNvPr>
          <p:cNvSpPr/>
          <p:nvPr/>
        </p:nvSpPr>
        <p:spPr>
          <a:xfrm>
            <a:off x="1656971" y="1191500"/>
            <a:ext cx="1592103"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ניהולי - עתידני</a:t>
            </a:r>
          </a:p>
        </p:txBody>
      </p:sp>
      <p:sp>
        <p:nvSpPr>
          <p:cNvPr id="25" name="מלבן 24">
            <a:extLst>
              <a:ext uri="{FF2B5EF4-FFF2-40B4-BE49-F238E27FC236}">
                <a16:creationId xmlns:a16="http://schemas.microsoft.com/office/drawing/2014/main" id="{B4B5CE69-CD25-455D-B11D-61DE4AA46088}"/>
              </a:ext>
            </a:extLst>
          </p:cNvPr>
          <p:cNvSpPr/>
          <p:nvPr/>
        </p:nvSpPr>
        <p:spPr>
          <a:xfrm>
            <a:off x="10159999" y="1847654"/>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7" name="מלבן 26">
            <a:extLst>
              <a:ext uri="{FF2B5EF4-FFF2-40B4-BE49-F238E27FC236}">
                <a16:creationId xmlns:a16="http://schemas.microsoft.com/office/drawing/2014/main" id="{12DB0C52-B78F-25CA-9C87-E37880CD430A}"/>
              </a:ext>
            </a:extLst>
          </p:cNvPr>
          <p:cNvSpPr/>
          <p:nvPr/>
        </p:nvSpPr>
        <p:spPr>
          <a:xfrm>
            <a:off x="10157905" y="3271100"/>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29" name="מחבר חץ ישר 28">
            <a:extLst>
              <a:ext uri="{FF2B5EF4-FFF2-40B4-BE49-F238E27FC236}">
                <a16:creationId xmlns:a16="http://schemas.microsoft.com/office/drawing/2014/main" id="{A5390356-98EA-0ACA-239C-A2D2B8701CEA}"/>
              </a:ext>
            </a:extLst>
          </p:cNvPr>
          <p:cNvCxnSpPr>
            <a:cxnSpLocks/>
          </p:cNvCxnSpPr>
          <p:nvPr/>
        </p:nvCxnSpPr>
        <p:spPr>
          <a:xfrm>
            <a:off x="10683187" y="1602558"/>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מלבן 31">
            <a:extLst>
              <a:ext uri="{FF2B5EF4-FFF2-40B4-BE49-F238E27FC236}">
                <a16:creationId xmlns:a16="http://schemas.microsoft.com/office/drawing/2014/main" id="{0542C143-EC34-1F4B-94E7-BF1E1AA1AB69}"/>
              </a:ext>
            </a:extLst>
          </p:cNvPr>
          <p:cNvSpPr/>
          <p:nvPr/>
        </p:nvSpPr>
        <p:spPr>
          <a:xfrm>
            <a:off x="10169425" y="2073898"/>
            <a:ext cx="1027523" cy="584775"/>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מצב כלל התלמידות</a:t>
            </a:r>
          </a:p>
        </p:txBody>
      </p:sp>
      <p:sp>
        <p:nvSpPr>
          <p:cNvPr id="33" name="מלבן 32">
            <a:extLst>
              <a:ext uri="{FF2B5EF4-FFF2-40B4-BE49-F238E27FC236}">
                <a16:creationId xmlns:a16="http://schemas.microsoft.com/office/drawing/2014/main" id="{CA4ECD22-A71E-AA58-B681-5AA875756124}"/>
              </a:ext>
            </a:extLst>
          </p:cNvPr>
          <p:cNvSpPr/>
          <p:nvPr/>
        </p:nvSpPr>
        <p:spPr>
          <a:xfrm>
            <a:off x="10157905" y="3335806"/>
            <a:ext cx="1027523" cy="1077218"/>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מצב תלמידה + אפשרויות עדכון</a:t>
            </a:r>
          </a:p>
        </p:txBody>
      </p:sp>
      <p:cxnSp>
        <p:nvCxnSpPr>
          <p:cNvPr id="34" name="מחבר חץ ישר 33">
            <a:extLst>
              <a:ext uri="{FF2B5EF4-FFF2-40B4-BE49-F238E27FC236}">
                <a16:creationId xmlns:a16="http://schemas.microsoft.com/office/drawing/2014/main" id="{4663F16F-A7AD-74DD-7E1F-55F6BEEEF1AD}"/>
              </a:ext>
            </a:extLst>
          </p:cNvPr>
          <p:cNvCxnSpPr>
            <a:cxnSpLocks/>
          </p:cNvCxnSpPr>
          <p:nvPr/>
        </p:nvCxnSpPr>
        <p:spPr>
          <a:xfrm>
            <a:off x="10683187" y="3054285"/>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5" name="מלבן 34">
            <a:extLst>
              <a:ext uri="{FF2B5EF4-FFF2-40B4-BE49-F238E27FC236}">
                <a16:creationId xmlns:a16="http://schemas.microsoft.com/office/drawing/2014/main" id="{A62736AC-E924-3B93-5CAB-4DAB1001EA39}"/>
              </a:ext>
            </a:extLst>
          </p:cNvPr>
          <p:cNvSpPr/>
          <p:nvPr/>
        </p:nvSpPr>
        <p:spPr>
          <a:xfrm>
            <a:off x="6096000" y="1847654"/>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36" name="מלבן 35">
            <a:extLst>
              <a:ext uri="{FF2B5EF4-FFF2-40B4-BE49-F238E27FC236}">
                <a16:creationId xmlns:a16="http://schemas.microsoft.com/office/drawing/2014/main" id="{F7FFBCAD-B22C-0FD0-7802-41318B3BBF19}"/>
              </a:ext>
            </a:extLst>
          </p:cNvPr>
          <p:cNvSpPr/>
          <p:nvPr/>
        </p:nvSpPr>
        <p:spPr>
          <a:xfrm>
            <a:off x="6130302" y="2073898"/>
            <a:ext cx="1027523" cy="584775"/>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פרופיל אישי</a:t>
            </a:r>
          </a:p>
        </p:txBody>
      </p:sp>
      <p:sp>
        <p:nvSpPr>
          <p:cNvPr id="37" name="מלבן 36">
            <a:extLst>
              <a:ext uri="{FF2B5EF4-FFF2-40B4-BE49-F238E27FC236}">
                <a16:creationId xmlns:a16="http://schemas.microsoft.com/office/drawing/2014/main" id="{4106288C-DEE5-68D3-2B94-94150E761F21}"/>
              </a:ext>
            </a:extLst>
          </p:cNvPr>
          <p:cNvSpPr/>
          <p:nvPr/>
        </p:nvSpPr>
        <p:spPr>
          <a:xfrm>
            <a:off x="5577210" y="3298413"/>
            <a:ext cx="2228184" cy="900915"/>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9" name="מלבן 38">
            <a:extLst>
              <a:ext uri="{FF2B5EF4-FFF2-40B4-BE49-F238E27FC236}">
                <a16:creationId xmlns:a16="http://schemas.microsoft.com/office/drawing/2014/main" id="{50C5613F-6668-14F8-6E5C-99CD9540CBC1}"/>
              </a:ext>
            </a:extLst>
          </p:cNvPr>
          <p:cNvSpPr/>
          <p:nvPr/>
        </p:nvSpPr>
        <p:spPr>
          <a:xfrm>
            <a:off x="6177540" y="3524285"/>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הקיוסק</a:t>
            </a:r>
          </a:p>
        </p:txBody>
      </p:sp>
      <p:sp>
        <p:nvSpPr>
          <p:cNvPr id="40" name="מלבן 39">
            <a:extLst>
              <a:ext uri="{FF2B5EF4-FFF2-40B4-BE49-F238E27FC236}">
                <a16:creationId xmlns:a16="http://schemas.microsoft.com/office/drawing/2014/main" id="{8BBB2050-855A-D1CA-559C-18E2E2986122}"/>
              </a:ext>
            </a:extLst>
          </p:cNvPr>
          <p:cNvSpPr/>
          <p:nvPr/>
        </p:nvSpPr>
        <p:spPr>
          <a:xfrm>
            <a:off x="6787298" y="4394485"/>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1" name="מלבן 40">
            <a:extLst>
              <a:ext uri="{FF2B5EF4-FFF2-40B4-BE49-F238E27FC236}">
                <a16:creationId xmlns:a16="http://schemas.microsoft.com/office/drawing/2014/main" id="{25CD0EA2-8D5F-1BE7-B6FD-D613C8EBFAA1}"/>
              </a:ext>
            </a:extLst>
          </p:cNvPr>
          <p:cNvSpPr/>
          <p:nvPr/>
        </p:nvSpPr>
        <p:spPr>
          <a:xfrm>
            <a:off x="6777870" y="4748800"/>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סל קניות</a:t>
            </a:r>
          </a:p>
        </p:txBody>
      </p:sp>
      <p:cxnSp>
        <p:nvCxnSpPr>
          <p:cNvPr id="42" name="מחבר חץ ישר 41">
            <a:extLst>
              <a:ext uri="{FF2B5EF4-FFF2-40B4-BE49-F238E27FC236}">
                <a16:creationId xmlns:a16="http://schemas.microsoft.com/office/drawing/2014/main" id="{94E94A2A-CCB7-4643-9C23-EB17D12BE3BB}"/>
              </a:ext>
            </a:extLst>
          </p:cNvPr>
          <p:cNvCxnSpPr>
            <a:cxnSpLocks/>
          </p:cNvCxnSpPr>
          <p:nvPr/>
        </p:nvCxnSpPr>
        <p:spPr>
          <a:xfrm>
            <a:off x="6433791" y="1500203"/>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מחבר חץ ישר 42">
            <a:extLst>
              <a:ext uri="{FF2B5EF4-FFF2-40B4-BE49-F238E27FC236}">
                <a16:creationId xmlns:a16="http://schemas.microsoft.com/office/drawing/2014/main" id="{CA941C30-7F41-4F85-D16F-7757AD16E673}"/>
              </a:ext>
            </a:extLst>
          </p:cNvPr>
          <p:cNvCxnSpPr>
            <a:cxnSpLocks/>
          </p:cNvCxnSpPr>
          <p:nvPr/>
        </p:nvCxnSpPr>
        <p:spPr>
          <a:xfrm>
            <a:off x="6526355" y="2993010"/>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מחבר חץ ישר 43">
            <a:extLst>
              <a:ext uri="{FF2B5EF4-FFF2-40B4-BE49-F238E27FC236}">
                <a16:creationId xmlns:a16="http://schemas.microsoft.com/office/drawing/2014/main" id="{1EDC9C5F-C2EC-51E3-6CE0-A14A74056AA7}"/>
              </a:ext>
            </a:extLst>
          </p:cNvPr>
          <p:cNvCxnSpPr>
            <a:cxnSpLocks/>
          </p:cNvCxnSpPr>
          <p:nvPr/>
        </p:nvCxnSpPr>
        <p:spPr>
          <a:xfrm>
            <a:off x="7291631" y="4110086"/>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מלבן 44">
            <a:extLst>
              <a:ext uri="{FF2B5EF4-FFF2-40B4-BE49-F238E27FC236}">
                <a16:creationId xmlns:a16="http://schemas.microsoft.com/office/drawing/2014/main" id="{856928BC-A507-9EC2-5BFF-32A277B8590C}"/>
              </a:ext>
            </a:extLst>
          </p:cNvPr>
          <p:cNvSpPr/>
          <p:nvPr/>
        </p:nvSpPr>
        <p:spPr>
          <a:xfrm>
            <a:off x="7058712" y="5793222"/>
            <a:ext cx="548326" cy="750979"/>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6" name="מלבן 45">
            <a:extLst>
              <a:ext uri="{FF2B5EF4-FFF2-40B4-BE49-F238E27FC236}">
                <a16:creationId xmlns:a16="http://schemas.microsoft.com/office/drawing/2014/main" id="{1C099335-6198-7211-2079-D5BD049955D7}"/>
              </a:ext>
            </a:extLst>
          </p:cNvPr>
          <p:cNvSpPr/>
          <p:nvPr/>
        </p:nvSpPr>
        <p:spPr>
          <a:xfrm>
            <a:off x="6829718" y="5872185"/>
            <a:ext cx="1027523" cy="584775"/>
          </a:xfrm>
          <a:prstGeom prst="rect">
            <a:avLst/>
          </a:prstGeom>
          <a:noFill/>
        </p:spPr>
        <p:txBody>
          <a:bodyPr wrap="square" lIns="91440" tIns="45720" rIns="91440" bIns="45720">
            <a:spAutoFit/>
          </a:bodyPr>
          <a:lstStyle/>
          <a:p>
            <a:pPr algn="ctr"/>
            <a:r>
              <a:rPr lang="he-IL" sz="1600" dirty="0">
                <a:ln w="0"/>
                <a:effectLst>
                  <a:outerShdw blurRad="38100" dist="19050" dir="2700000" algn="tl" rotWithShape="0">
                    <a:schemeClr val="dk1">
                      <a:alpha val="40000"/>
                    </a:schemeClr>
                  </a:outerShdw>
                </a:effectLst>
              </a:rPr>
              <a:t>אישור קניה</a:t>
            </a:r>
            <a:endParaRPr lang="he-IL" sz="1600" b="0" cap="none" spc="0" dirty="0">
              <a:ln w="0"/>
              <a:solidFill>
                <a:schemeClr val="tx1"/>
              </a:solidFill>
              <a:effectLst>
                <a:outerShdw blurRad="38100" dist="19050" dir="2700000" algn="tl" rotWithShape="0">
                  <a:schemeClr val="dk1">
                    <a:alpha val="40000"/>
                  </a:schemeClr>
                </a:outerShdw>
              </a:effectLst>
            </a:endParaRPr>
          </a:p>
        </p:txBody>
      </p:sp>
      <p:cxnSp>
        <p:nvCxnSpPr>
          <p:cNvPr id="47" name="מחבר חץ ישר 46">
            <a:extLst>
              <a:ext uri="{FF2B5EF4-FFF2-40B4-BE49-F238E27FC236}">
                <a16:creationId xmlns:a16="http://schemas.microsoft.com/office/drawing/2014/main" id="{8E858565-EF14-35EC-210A-0D7AB1B7CBB1}"/>
              </a:ext>
            </a:extLst>
          </p:cNvPr>
          <p:cNvCxnSpPr>
            <a:cxnSpLocks/>
          </p:cNvCxnSpPr>
          <p:nvPr/>
        </p:nvCxnSpPr>
        <p:spPr>
          <a:xfrm>
            <a:off x="7291631" y="5504540"/>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מלבן 47">
            <a:extLst>
              <a:ext uri="{FF2B5EF4-FFF2-40B4-BE49-F238E27FC236}">
                <a16:creationId xmlns:a16="http://schemas.microsoft.com/office/drawing/2014/main" id="{7A8ED8DB-3D31-88A9-14BA-0D4DD06F5825}"/>
              </a:ext>
            </a:extLst>
          </p:cNvPr>
          <p:cNvSpPr/>
          <p:nvPr/>
        </p:nvSpPr>
        <p:spPr>
          <a:xfrm>
            <a:off x="5582238" y="4401288"/>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9" name="מלבן 48">
            <a:extLst>
              <a:ext uri="{FF2B5EF4-FFF2-40B4-BE49-F238E27FC236}">
                <a16:creationId xmlns:a16="http://schemas.microsoft.com/office/drawing/2014/main" id="{F4C1AD0E-B008-A96E-7756-3558B867F6AE}"/>
              </a:ext>
            </a:extLst>
          </p:cNvPr>
          <p:cNvSpPr/>
          <p:nvPr/>
        </p:nvSpPr>
        <p:spPr>
          <a:xfrm>
            <a:off x="5536282" y="4748800"/>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פרטי מוצר</a:t>
            </a:r>
          </a:p>
        </p:txBody>
      </p:sp>
      <p:cxnSp>
        <p:nvCxnSpPr>
          <p:cNvPr id="50" name="מחבר חץ ישר 49">
            <a:extLst>
              <a:ext uri="{FF2B5EF4-FFF2-40B4-BE49-F238E27FC236}">
                <a16:creationId xmlns:a16="http://schemas.microsoft.com/office/drawing/2014/main" id="{CF61C0CF-B120-62A4-F721-5D5BD121ED37}"/>
              </a:ext>
            </a:extLst>
          </p:cNvPr>
          <p:cNvCxnSpPr>
            <a:cxnSpLocks/>
          </p:cNvCxnSpPr>
          <p:nvPr/>
        </p:nvCxnSpPr>
        <p:spPr>
          <a:xfrm>
            <a:off x="5990187" y="4110086"/>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1" name="מחבר חץ ישר 50">
            <a:extLst>
              <a:ext uri="{FF2B5EF4-FFF2-40B4-BE49-F238E27FC236}">
                <a16:creationId xmlns:a16="http://schemas.microsoft.com/office/drawing/2014/main" id="{D50B463C-4591-1308-B1AF-43C5AB0E49C3}"/>
              </a:ext>
            </a:extLst>
          </p:cNvPr>
          <p:cNvCxnSpPr>
            <a:cxnSpLocks/>
            <a:stCxn id="48" idx="3"/>
            <a:endCxn id="40" idx="1"/>
          </p:cNvCxnSpPr>
          <p:nvPr/>
        </p:nvCxnSpPr>
        <p:spPr>
          <a:xfrm flipV="1">
            <a:off x="6609761" y="4997801"/>
            <a:ext cx="177537" cy="6803"/>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3243272"/>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234</TotalTime>
  <Words>314</Words>
  <Application>Microsoft Office PowerPoint</Application>
  <PresentationFormat>מסך רחב</PresentationFormat>
  <Paragraphs>62</Paragraphs>
  <Slides>11</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11</vt:i4>
      </vt:variant>
    </vt:vector>
  </HeadingPairs>
  <TitlesOfParts>
    <vt:vector size="15" baseType="lpstr">
      <vt:lpstr>Arial</vt:lpstr>
      <vt:lpstr>Calibri</vt:lpstr>
      <vt:lpstr>Calibri Light</vt:lpstr>
      <vt:lpstr>ערכת נושא Office</vt:lpstr>
      <vt:lpstr>פרויקט עיצוב התנהגות</vt:lpstr>
      <vt:lpstr>התחברות למערכת </vt:lpstr>
      <vt:lpstr>כניסת מורות – בשלב ראשוני רק מחנכות</vt:lpstr>
      <vt:lpstr>פרטי תלמידה </vt:lpstr>
      <vt:lpstr>כניסת מנהלת אתר – צוות ניהולי </vt:lpstr>
      <vt:lpstr>כניסת תלמידות – מסך מצב אישי</vt:lpstr>
      <vt:lpstr>כניסת תלמידות - הקיוסק</vt:lpstr>
      <vt:lpstr>כניסת תלמידות – עמוד מוצר</vt:lpstr>
      <vt:lpstr>כניסת תלמידות – סל הקניות </vt:lpstr>
      <vt:lpstr>תודה רבה !</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2</cp:revision>
  <dcterms:created xsi:type="dcterms:W3CDTF">2025-11-08T23:10:09Z</dcterms:created>
  <dcterms:modified xsi:type="dcterms:W3CDTF">2025-11-27T11:54:17Z</dcterms:modified>
</cp:coreProperties>
</file>