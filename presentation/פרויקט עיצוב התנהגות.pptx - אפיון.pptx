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0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104A97B7-1769-1B58-CD73-DFDD450BF5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56A7B23C-DFBA-3230-3DEF-0DA5B6135B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38E0B4B4-42E1-4547-2641-01652C5F3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B40DE-C2A9-41DE-88C9-DFA4BEE0455F}" type="datetimeFigureOut">
              <a:rPr lang="he-IL" smtClean="0"/>
              <a:t>כ"ד/כסלו/תשפ"ו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3C5D268F-CBE9-1A1E-B65A-9CB06EA29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9BAF6C9E-7FD8-1E55-E318-620A7710F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A598-01B7-451D-B588-CE18F0CBCD5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783984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14879E4F-B2F4-6FF9-C1C3-C2D7FABF5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02FC80C6-09F7-8A05-4B1E-9D62F101B0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E7F83AE9-42FF-473D-4586-273BE4A57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B40DE-C2A9-41DE-88C9-DFA4BEE0455F}" type="datetimeFigureOut">
              <a:rPr lang="he-IL" smtClean="0"/>
              <a:t>כ"ד/כסלו/תשפ"ו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FDFFE114-78CE-AF55-9183-0CF5C7323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50387AA5-846F-30BC-87BD-BFEE8E55F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A598-01B7-451D-B588-CE18F0CBCD5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5483646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E5B0DA67-9B5C-EFC9-7FF1-B07D4F7C8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65BD5F2A-9F5A-EE23-5B2E-B1828657C6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6C87D11C-2920-ECC2-21BB-358020F71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B40DE-C2A9-41DE-88C9-DFA4BEE0455F}" type="datetimeFigureOut">
              <a:rPr lang="he-IL" smtClean="0"/>
              <a:t>כ"ד/כסלו/תשפ"ו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B3A61DA4-5611-20F1-4CC4-7E6D5F80D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BCA3CDF2-A785-1EC4-FBC8-164720607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A598-01B7-451D-B588-CE18F0CBCD5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845113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3EF0E8FE-0B9E-E652-96CC-6441E5440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110C5FD2-51D7-7860-DEF3-9DF96A6809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0BAD4001-4A35-BE4A-E91F-90A8128C03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7250E5E7-8A07-586F-02E6-FA5422782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B40DE-C2A9-41DE-88C9-DFA4BEE0455F}" type="datetimeFigureOut">
              <a:rPr lang="he-IL" smtClean="0"/>
              <a:t>כ"ד/כסלו/תשפ"ו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6AEC48AA-2EA1-82C1-FBAF-0A840DAAF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B57C8242-30C6-CB31-2D42-5AA82A9D8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A598-01B7-451D-B588-CE18F0CBCD5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107769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D5D9A83D-5F1D-3516-AB1A-1D73B56FC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7D3F60FB-3C54-5778-E581-31E487B3B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1E514B54-DCD5-9AFA-D6F1-AC94C80399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30269974-95F6-0CC1-724B-856C923AA6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933B774E-1DA9-0587-B572-87EEFCC792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ABD6A29D-C1F6-5982-B7F4-75F09F84AA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B40DE-C2A9-41DE-88C9-DFA4BEE0455F}" type="datetimeFigureOut">
              <a:rPr lang="he-IL" smtClean="0"/>
              <a:t>כ"ד/כסלו/תשפ"ו</a:t>
            </a:fld>
            <a:endParaRPr lang="he-IL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5A603A1E-7930-A6E3-0913-CB842072D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D9CC39B5-4389-4712-54EB-F51680CDD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A598-01B7-451D-B588-CE18F0CBCD5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8532374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5E7E149-15C0-8739-E3D9-AACA33649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41B01BD6-3953-2C8D-8FBC-20851C493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B40DE-C2A9-41DE-88C9-DFA4BEE0455F}" type="datetimeFigureOut">
              <a:rPr lang="he-IL" smtClean="0"/>
              <a:t>כ"ד/כסלו/תשפ"ו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14047D6C-50A4-1270-7B54-8EC5EC032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C1745951-922D-B902-825B-D5571C69F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A598-01B7-451D-B588-CE18F0CBCD5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65232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6B4CD000-BA83-168C-3E0C-9B7FEEF18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B40DE-C2A9-41DE-88C9-DFA4BEE0455F}" type="datetimeFigureOut">
              <a:rPr lang="he-IL" smtClean="0"/>
              <a:t>כ"ד/כסלו/תשפ"ו</a:t>
            </a:fld>
            <a:endParaRPr lang="he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B97207C4-8972-594D-39BC-71742266FA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03254802-CD32-B4FC-7F86-A8EC94653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A598-01B7-451D-B588-CE18F0CBCD5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8074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A11BFE7F-4607-4988-0DFC-E809C17B7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D3162B38-F082-85EE-D888-5DD7B88D11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E1EEE918-FD3B-401B-4280-9F6F71A563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AC4A435F-B779-3B49-6FB5-080889004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B40DE-C2A9-41DE-88C9-DFA4BEE0455F}" type="datetimeFigureOut">
              <a:rPr lang="he-IL" smtClean="0"/>
              <a:t>כ"ד/כסלו/תשפ"ו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633AF9F3-BA5D-FB9C-6F1D-DCD23B47A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012D519F-B717-A766-9B55-76F91E3E5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A598-01B7-451D-B588-CE18F0CBCD5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6354254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66274870-9903-DF15-E4C4-A9632A712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D7B182BE-CE63-EF42-477A-0F122FD924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8ADAE05C-6741-8E29-4F86-A108195AEC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78F1DF7C-919D-7373-CE0A-2DB39F6A1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B40DE-C2A9-41DE-88C9-DFA4BEE0455F}" type="datetimeFigureOut">
              <a:rPr lang="he-IL" smtClean="0"/>
              <a:t>כ"ד/כסלו/תשפ"ו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E4DF6BA0-45E0-84FC-A06B-4F0B5023D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AF5F996A-20AD-D7C8-DFA7-CA9E81F21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A598-01B7-451D-B588-CE18F0CBCD5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7743326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EE6556D4-0DF3-3716-FB0F-41635AAC8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67033CC2-D89B-308F-8823-6796619D9B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7E9782A7-C10F-4C94-0033-1AFF07B0A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B40DE-C2A9-41DE-88C9-DFA4BEE0455F}" type="datetimeFigureOut">
              <a:rPr lang="he-IL" smtClean="0"/>
              <a:t>כ"ד/כסלו/תשפ"ו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E8ACA99D-C917-F591-3C49-29978A6CD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6D47333C-E26A-5DA3-D37D-ACF7D431D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A598-01B7-451D-B588-CE18F0CBCD5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329290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422B6A90-8D76-00E6-041B-44AB721126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B9D8C4EB-323D-3431-11AD-53B071A91A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0B1F5040-6C35-96E5-40DB-AAF4537B9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B40DE-C2A9-41DE-88C9-DFA4BEE0455F}" type="datetimeFigureOut">
              <a:rPr lang="he-IL" smtClean="0"/>
              <a:t>כ"ד/כסלו/תשפ"ו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A3843363-B852-327E-98CC-94C6131778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4C404DD3-A98F-A794-0CC1-665D9609A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A598-01B7-451D-B588-CE18F0CBCD5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360857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DD40232C-80AA-17EE-E2C0-B99086A95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E9F11236-AF9D-023D-8A20-ABEA37267F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9A329EAD-AC9B-A715-DC50-7B342448EA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3B40DE-C2A9-41DE-88C9-DFA4BEE0455F}" type="datetimeFigureOut">
              <a:rPr lang="he-IL" smtClean="0"/>
              <a:t>כ"ד/כסלו/תשפ"ו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9CC7C86A-EC77-4DFD-FB56-D393B91852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4DD1F9F2-B8DE-21A4-6114-44ECC81E52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8A598-01B7-451D-B588-CE18F0CBCD51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882448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38D8B27-EC89-FC8F-C891-C0844E9B6F2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e-IL" dirty="0"/>
              <a:t>פרויקט עיצוב התנהגות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6A1881C7-04F8-703A-D858-C3D615C184F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e-IL" dirty="0"/>
              <a:t>אפיון ותכנון דרישות</a:t>
            </a:r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36F78CAE-2A65-5F07-532B-AC206F3DAF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873558"/>
            <a:ext cx="3656804" cy="3899767"/>
          </a:xfrm>
          <a:prstGeom prst="rect">
            <a:avLst/>
          </a:prstGeom>
        </p:spPr>
      </p:pic>
      <p:sp>
        <p:nvSpPr>
          <p:cNvPr id="5" name="מלבן 4">
            <a:extLst>
              <a:ext uri="{FF2B5EF4-FFF2-40B4-BE49-F238E27FC236}">
                <a16:creationId xmlns:a16="http://schemas.microsoft.com/office/drawing/2014/main" id="{56F44C6D-B4CF-646A-CBB2-EDB4843AE695}"/>
              </a:ext>
            </a:extLst>
          </p:cNvPr>
          <p:cNvSpPr/>
          <p:nvPr/>
        </p:nvSpPr>
        <p:spPr>
          <a:xfrm>
            <a:off x="7393646" y="4475623"/>
            <a:ext cx="3946914" cy="196977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radley Hand ITC" panose="03070402050302030203" pitchFamily="66" charset="0"/>
                <a:cs typeface="Guttman Yad-Brush" panose="02010401010101010101" pitchFamily="2" charset="-79"/>
              </a:rPr>
              <a:t>Sara Hartuv</a:t>
            </a:r>
          </a:p>
          <a:p>
            <a:pPr algn="ctr"/>
            <a:r>
              <a:rPr lang="en-US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radley Hand ITC" panose="03070402050302030203" pitchFamily="66" charset="0"/>
              </a:rPr>
              <a:t>sarahartuv1@gmail.com</a:t>
            </a:r>
            <a:r>
              <a:rPr lang="en-US" sz="2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radley Hand ITC" panose="03070402050302030203" pitchFamily="66" charset="0"/>
                <a:cs typeface="Guttman Yad-Brush" panose="02010401010101010101" pitchFamily="2" charset="-79"/>
              </a:rPr>
              <a:t> </a:t>
            </a:r>
          </a:p>
          <a:p>
            <a:pPr algn="ctr"/>
            <a:r>
              <a:rPr lang="en-US" sz="4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radley Hand ITC" panose="03070402050302030203" pitchFamily="66" charset="0"/>
                <a:cs typeface="Guttman Yad-Brush" panose="02010401010101010101" pitchFamily="2" charset="-79"/>
              </a:rPr>
              <a:t>10/12/25</a:t>
            </a:r>
            <a:endParaRPr lang="he-IL" sz="4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Bradley Hand ITC" panose="03070402050302030203" pitchFamily="66" charset="0"/>
              <a:cs typeface="Guttman Yad-Brush" panose="02010401010101010101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052700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0D55EC9A-4722-BF0D-D38B-F9D7F2E28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שלב א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A03D7F0D-2475-7DBD-02FC-6C599794F6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e-IL" dirty="0"/>
              <a:t>בנית הפרויקט </a:t>
            </a:r>
            <a:r>
              <a:rPr lang="he-IL"/>
              <a:t>תעשה בשלבים </a:t>
            </a:r>
          </a:p>
        </p:txBody>
      </p:sp>
    </p:spTree>
    <p:extLst>
      <p:ext uri="{BB962C8B-B14F-4D97-AF65-F5344CB8AC3E}">
        <p14:creationId xmlns:p14="http://schemas.microsoft.com/office/powerpoint/2010/main" val="13202278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0096C02-3D4F-6469-12FE-E7DE29CFF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תהליך הכנסת ניקוד לתלמידה 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911406EF-49D3-C525-FC8F-CA633CEE7E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e-IL" dirty="0"/>
              <a:t>לכל כיתה מספר סף של נקודות לצורך קבלת שובר ?</a:t>
            </a:r>
          </a:p>
          <a:p>
            <a:pPr lvl="1"/>
            <a:r>
              <a:rPr lang="he-IL" dirty="0"/>
              <a:t>הצעה ל </a:t>
            </a:r>
            <a:r>
              <a:rPr lang="en-US" dirty="0"/>
              <a:t>UI</a:t>
            </a:r>
            <a:r>
              <a:rPr lang="he-IL" dirty="0"/>
              <a:t> לכל כיתה לפי הסף שלה יופיע למורה בצבע מודגש התלמידות הזכאיות לשובר והמורה תחליט מי מקבלת שובר השבוע </a:t>
            </a:r>
          </a:p>
          <a:p>
            <a:pPr lvl="1"/>
            <a:endParaRPr lang="he-IL" dirty="0"/>
          </a:p>
          <a:p>
            <a:r>
              <a:rPr lang="he-IL" dirty="0"/>
              <a:t> בכל שבוע המערכת מתאפסת והמורה צריכה להכניס מחדש את נתוני השבוע הזה </a:t>
            </a:r>
          </a:p>
          <a:p>
            <a:pPr lvl="1"/>
            <a:r>
              <a:rPr lang="he-IL"/>
              <a:t>המורה תוכל להיכנס להיסטוריה ולראות את נתוני השבוע הקודם החודש הקודם היסטוריה של כל השנה וכו'</a:t>
            </a:r>
          </a:p>
          <a:p>
            <a:endParaRPr lang="he-IL" dirty="0"/>
          </a:p>
          <a:p>
            <a:pPr lvl="1"/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870806376"/>
      </p:ext>
    </p:extLst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3604</TotalTime>
  <Words>85</Words>
  <Application>Microsoft Office PowerPoint</Application>
  <PresentationFormat>מסך רחב</PresentationFormat>
  <Paragraphs>13</Paragraphs>
  <Slides>3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4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3</vt:i4>
      </vt:variant>
    </vt:vector>
  </HeadingPairs>
  <TitlesOfParts>
    <vt:vector size="8" baseType="lpstr">
      <vt:lpstr>Arial</vt:lpstr>
      <vt:lpstr>Bradley Hand ITC</vt:lpstr>
      <vt:lpstr>Calibri</vt:lpstr>
      <vt:lpstr>Calibri Light</vt:lpstr>
      <vt:lpstr>ערכת נושא Office</vt:lpstr>
      <vt:lpstr>פרויקט עיצוב התנהגות</vt:lpstr>
      <vt:lpstr>שלב א</vt:lpstr>
      <vt:lpstr>תהליך הכנסת ניקוד לתלמידה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3</cp:revision>
  <dcterms:created xsi:type="dcterms:W3CDTF">2025-12-10T22:02:29Z</dcterms:created>
  <dcterms:modified xsi:type="dcterms:W3CDTF">2025-12-13T23:45:37Z</dcterms:modified>
</cp:coreProperties>
</file>