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0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1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F3A1AE5-27B8-23C7-13FA-013D22A4F7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7F4AA167-59ED-9638-C269-BF2A3BFB9A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141A4A45-4441-CC69-A3B3-A0430B717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D19D0-B134-4430-A086-BCE11C72DF66}" type="datetimeFigureOut">
              <a:rPr lang="he-IL" smtClean="0"/>
              <a:t>כ"א/כסלו/תשפ"ו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D463CF30-2BCA-60E4-30C0-E4FA3948B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10A6A65F-D3C6-3C0A-D3FB-6B3576D5E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62132-EE3B-415A-B944-AC32EB54106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49810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BE73EF7C-43C9-2085-0E1C-194A16114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CFF9FF73-5CD6-78C8-655A-5E3EB2CE76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1ADF37E5-9778-79FE-26C6-D806AFB39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D19D0-B134-4430-A086-BCE11C72DF66}" type="datetimeFigureOut">
              <a:rPr lang="he-IL" smtClean="0"/>
              <a:t>כ"א/כסלו/תשפ"ו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AEE2C09F-1298-C725-94CC-C63BF562B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6DADFB72-BE6D-EF19-C896-05CE8F7C7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62132-EE3B-415A-B944-AC32EB54106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95927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D0656ABE-E9C9-9A9D-3648-4365C317B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37CBA0BE-38A3-95F7-8D4E-53407AE29B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26D30758-472D-3CA9-19C8-35E12D2D6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D19D0-B134-4430-A086-BCE11C72DF66}" type="datetimeFigureOut">
              <a:rPr lang="he-IL" smtClean="0"/>
              <a:t>כ"א/כסלו/תשפ"ו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8E8F895E-9DA3-E924-C883-44527C139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80ADD188-AE99-F41B-116D-96FBB9513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62132-EE3B-415A-B944-AC32EB54106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6333952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B8EDFF9-F397-B166-9D2D-89C6DDFA5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01B16DEE-22E7-96E0-82CA-1E3138361C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5C2178A9-F506-22D1-F3DB-F27C5F57EC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0AFA4D3C-E84E-FAF0-70CF-BB6682F67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D19D0-B134-4430-A086-BCE11C72DF66}" type="datetimeFigureOut">
              <a:rPr lang="he-IL" smtClean="0"/>
              <a:t>כ"א/כסלו/תשפ"ו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FC5DF827-BBA4-23D9-CAAB-92F96794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D7DE0B81-FCD6-D476-12DE-01A080C46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62132-EE3B-415A-B944-AC32EB54106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09091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8D6B891-214A-F65A-BCD0-95412543F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08A1D391-A05C-46D3-CB1C-E29BF8BE32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5F884CDE-ED41-19AB-3CD3-72D73FDE86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4BC968CB-5A97-0CB6-C526-FF6774FE70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4C248F9B-B601-D763-9887-00FD0FBDDE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CF95AF90-D988-02CE-CC96-E4E07A14C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D19D0-B134-4430-A086-BCE11C72DF66}" type="datetimeFigureOut">
              <a:rPr lang="he-IL" smtClean="0"/>
              <a:t>כ"א/כסלו/תשפ"ו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CC0750A9-540B-AC21-F513-C50966B9C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E2A7FECF-E9B5-9030-50A4-32D46FB15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62132-EE3B-415A-B944-AC32EB54106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43273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5A9232BE-BE35-ECB3-EFA3-D6D1597A9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15EF101B-268E-1211-293F-84A7C6507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D19D0-B134-4430-A086-BCE11C72DF66}" type="datetimeFigureOut">
              <a:rPr lang="he-IL" smtClean="0"/>
              <a:t>כ"א/כסלו/תשפ"ו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2F5FA743-97D0-5176-91ED-67583AF18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D69B7EA9-1C1E-CFAB-99B7-0FC8E8BE1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62132-EE3B-415A-B944-AC32EB54106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558021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957D5B3A-AECD-657F-7EA7-4716D474D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D19D0-B134-4430-A086-BCE11C72DF66}" type="datetimeFigureOut">
              <a:rPr lang="he-IL" smtClean="0"/>
              <a:t>כ"א/כסלו/תשפ"ו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E179E591-5947-0B48-9029-A4046872F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0A3140C4-8809-50A5-C8EA-4236D70F8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62132-EE3B-415A-B944-AC32EB54106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042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0FDE9737-E61B-87A0-F8D3-6D62439AB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B126B001-9CA9-9B4F-58D9-CE94E53C4D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7C704701-D7BD-EE41-DBEE-07A4D2D850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9C498131-E71F-920B-2FF2-1605C4664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D19D0-B134-4430-A086-BCE11C72DF66}" type="datetimeFigureOut">
              <a:rPr lang="he-IL" smtClean="0"/>
              <a:t>כ"א/כסלו/תשפ"ו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5423EE43-A6B4-EC1A-234B-A70CC47D3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539BC1AE-6D80-9FCA-46E3-A9D38520C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62132-EE3B-415A-B944-AC32EB54106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5057857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636A203-940C-A0F0-DE3C-992C505CE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6283A50C-6B2A-4151-E39F-64F7427C69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A4E6479D-3F85-1381-5151-A2B962078F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E83508FE-771B-4F2E-6181-220DD72AA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D19D0-B134-4430-A086-BCE11C72DF66}" type="datetimeFigureOut">
              <a:rPr lang="he-IL" smtClean="0"/>
              <a:t>כ"א/כסלו/תשפ"ו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AC0A0E49-6D72-2CB6-9AAB-E4B201A69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7A30A38E-0AE4-9B80-1E91-CA49B57C9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62132-EE3B-415A-B944-AC32EB54106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926007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F1B909DA-B669-C89B-C743-8D1E39C01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D9D403C1-380B-E99B-B95B-64777361EC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E693EF3D-765A-9DDC-D6A7-3B7CDFE84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D19D0-B134-4430-A086-BCE11C72DF66}" type="datetimeFigureOut">
              <a:rPr lang="he-IL" smtClean="0"/>
              <a:t>כ"א/כסלו/תשפ"ו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354E069A-11FB-589B-3B41-17CDED4B1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CAE1CBD1-DBEE-796A-814E-A5647738C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62132-EE3B-415A-B944-AC32EB54106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898648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A7474C21-2130-0A7D-7B71-8CAC17B31E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23A8D0A5-F4F5-2039-0677-B75D450083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2690ADBE-FBA8-D433-B1AC-73EBA28F7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D19D0-B134-4430-A086-BCE11C72DF66}" type="datetimeFigureOut">
              <a:rPr lang="he-IL" smtClean="0"/>
              <a:t>כ"א/כסלו/תשפ"ו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1DEE3A5D-17B5-FA0B-6540-C17CC3F60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4316843F-7CBB-5C18-E9C5-4C8B47C0A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62132-EE3B-415A-B944-AC32EB54106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61929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AE3B2FC3-61C8-2D12-424F-30CB0606C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CD972722-2272-A8FF-6D36-BB566BB386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D8B0D214-6D6C-9BCA-A798-1FFCD45B84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7D19D0-B134-4430-A086-BCE11C72DF66}" type="datetimeFigureOut">
              <a:rPr lang="he-IL" smtClean="0"/>
              <a:t>כ"א/כסלו/תשפ"ו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36CDBDA8-AC8C-6DB6-FB38-861F061171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DE575841-3D89-1EFB-B2E8-CE6AD330F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662132-EE3B-415A-B944-AC32EB54106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16010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80A7069B-3BFF-6D7F-2D00-C9E0CE26E0C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e-IL" dirty="0"/>
              <a:t>פרויקט עיצוב התנהגות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94A99918-FFC6-8996-0330-12C4EE58DA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e-IL" dirty="0"/>
              <a:t>הגדרות ארכיטקטורה </a:t>
            </a:r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732A952D-183C-9303-E13C-B52454B1D7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873558"/>
            <a:ext cx="3656804" cy="3899767"/>
          </a:xfrm>
          <a:prstGeom prst="rect">
            <a:avLst/>
          </a:prstGeom>
        </p:spPr>
      </p:pic>
      <p:sp>
        <p:nvSpPr>
          <p:cNvPr id="5" name="מלבן 4">
            <a:extLst>
              <a:ext uri="{FF2B5EF4-FFF2-40B4-BE49-F238E27FC236}">
                <a16:creationId xmlns:a16="http://schemas.microsoft.com/office/drawing/2014/main" id="{FEC14679-1927-DA05-A86E-381AB616BC97}"/>
              </a:ext>
            </a:extLst>
          </p:cNvPr>
          <p:cNvSpPr/>
          <p:nvPr/>
        </p:nvSpPr>
        <p:spPr>
          <a:xfrm>
            <a:off x="7393646" y="4475623"/>
            <a:ext cx="3946914" cy="196977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radley Hand ITC" panose="03070402050302030203" pitchFamily="66" charset="0"/>
                <a:cs typeface="Guttman Yad-Brush" panose="02010401010101010101" pitchFamily="2" charset="-79"/>
              </a:rPr>
              <a:t>Sara Hartuv</a:t>
            </a:r>
          </a:p>
          <a:p>
            <a:pPr algn="ctr"/>
            <a:r>
              <a:rPr lang="en-US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radley Hand ITC" panose="03070402050302030203" pitchFamily="66" charset="0"/>
              </a:rPr>
              <a:t>sarahartuv1@gmail.com</a:t>
            </a:r>
            <a:r>
              <a:rPr lang="en-US" sz="2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radley Hand ITC" panose="03070402050302030203" pitchFamily="66" charset="0"/>
                <a:cs typeface="Guttman Yad-Brush" panose="02010401010101010101" pitchFamily="2" charset="-79"/>
              </a:rPr>
              <a:t> </a:t>
            </a:r>
          </a:p>
          <a:p>
            <a:pPr algn="ctr"/>
            <a:r>
              <a:rPr lang="en-US" sz="4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radley Hand ITC" panose="03070402050302030203" pitchFamily="66" charset="0"/>
                <a:cs typeface="Guttman Yad-Brush" panose="02010401010101010101" pitchFamily="2" charset="-79"/>
              </a:rPr>
              <a:t>10/12/25</a:t>
            </a:r>
            <a:endParaRPr lang="he-IL" sz="4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radley Hand ITC" panose="03070402050302030203" pitchFamily="66" charset="0"/>
              <a:cs typeface="Guttman Yad-Brush" panose="0201040101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658464441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</Words>
  <Application>Microsoft Office PowerPoint</Application>
  <PresentationFormat>מסך רחב</PresentationFormat>
  <Paragraphs>5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6" baseType="lpstr">
      <vt:lpstr>Arial</vt:lpstr>
      <vt:lpstr>Bradley Hand ITC</vt:lpstr>
      <vt:lpstr>Calibri</vt:lpstr>
      <vt:lpstr>Calibri Light</vt:lpstr>
      <vt:lpstr>ערכת נושא Office</vt:lpstr>
      <vt:lpstr>פרויקט עיצוב התנהגות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1</cp:revision>
  <dcterms:created xsi:type="dcterms:W3CDTF">2025-12-10T22:02:56Z</dcterms:created>
  <dcterms:modified xsi:type="dcterms:W3CDTF">2025-12-10T22:03:04Z</dcterms:modified>
</cp:coreProperties>
</file>